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10: Đóng gói, triển khai và ôn tập (Nâng cao, 3 giờ).</a:t>
            </a:r>
          </a:p>
          <a:p>
            <a:r>
              <a:t>Chuẩn bị: Các bài làm của buổi 4–8 trên dự án thử.</a:t>
            </a:r>
          </a:p>
          <a:p>
            <a:r>
              <a:t>Nhắc lại bài tập về nhà của buổi trước trước khi vào nội dung mới (5–10 phút).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tiêu:</a:t>
            </a:r>
          </a:p>
          <a:p>
            <a:r>
              <a:t>- Gom thay đổi theo yêu cầu bằng Note (New) / BcodeNote</a:t>
            </a:r>
          </a:p>
          <a:p>
            <a:r>
              <a:t>- Tạo gói update đúng cấu trúc, triển khai và rollback</a:t>
            </a:r>
          </a:p>
          <a:p>
            <a:r>
              <a:t>- Tự kiểm bằng checklist trước triển khai</a:t>
            </a:r>
          </a:p>
          <a:p>
            <a:r>
              <a:t>Lịch trình:</a:t>
            </a:r>
          </a:p>
          <a:p>
            <a:r>
              <a:t>1. Note (New), BcodeNote, Gen Update (45')</a:t>
            </a:r>
          </a:p>
          <a:p>
            <a:r>
              <a:t>2. Triển khai lên dự án, rollback (30')</a:t>
            </a:r>
          </a:p>
          <a:p>
            <a:r>
              <a:t>3. Checklist, ôn tập toàn khoá (45')</a:t>
            </a:r>
          </a:p>
          <a:p>
            <a:r>
              <a:t>4. Bài kiểm tra cuối khoá (60')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(New) (Ctrl+Shift+4): mỗi yêu cầu là một mục. Sync yêu cầu để kéo yêu cầu của bạn từ FSG, hoặc New Request.</a:t>
            </a:r>
          </a:p>
          <a:p>
            <a:r>
              <a:t>Khai: Gen All (tên controller — Bcode tự lấy đủ file và script menu), File Path (file lẻ), SQL Object (procedure / function, chọn App / Sys), SQL Top Script (chạy trước, vd tạo bảng), Bottom Script (chạy sau, vd menu), Table liên quan (cấu trúc / dữ liệu).</a:t>
            </a:r>
          </a:p>
          <a:p>
            <a:r>
              <a:t>Xem trước gói, mở tất cả script để rà, rồi Generate Update.</a:t>
            </a:r>
          </a:p>
          <a:p>
            <a:r>
              <a:t>BcodeNote.exe làm cùng việc nhưng chuyển được nhiều dự án; chọn menu ở cây trái → Gợi ý cho y/c đang mở → tick → Điền vào y/c.</a:t>
            </a:r>
          </a:p>
          <a:p>
            <a:r>
              <a:t>Gen Update (Ctrl+Shift+G) đóng gói nhanh không theo yêu cầu. Gói gồm Script\app\APP_Script.sql, Script\sys\SYS_Script.sql, Web\..., description.txt. Table không bao giờ bị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Thứ tự triển khai: sao lưu trước (file sẽ ghi đè, định nghĩa procedure cũ làm script rollback, có thể backup database bằng Settings → Backup Database).</a:t>
            </a:r>
          </a:p>
          <a:p>
            <a:r>
              <a:t>Chạy SYS_Script trên Sys Data, APP_Script trên App Data — đọc tab Message, có lỗi thì dừng lại.</a:t>
            </a:r>
          </a:p>
          <a:p>
            <a:r>
              <a:t>Chép thư mục Web đè vào site, giữ đúng cấu trúc.</a:t>
            </a:r>
          </a:p>
          <a:p>
            <a:r>
              <a:t>Đổi cấu trúc bảng thì Actions → Clear Structure App; cần nạp lại site thì Refresh Web.config.</a:t>
            </a:r>
          </a:p>
          <a:p>
            <a:r>
              <a:t>Cuối cùng mở menu trên web kiểm tra: thêm, sửa, xoá, in, xuất Excel; ghi chú kết quả vào yêu cầu.</a:t>
            </a:r>
          </a:p>
          <a:p>
            <a:r>
              <a:t>Quy trình cụ thể (ai được chép file lên server khách, giờ nào) theo quy định từng dự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này nên in ra hoặc dán vào Note của mỗi yêu cầu. Mục 2 và 3 là quan trọng nhất: luôn có đường lui (rollback) và script phải chạy lại được nhiều lần (dùng IF OBJECT_ID ... IS NULL, IF COL_LENGTH ... IS NULL).</a:t>
            </a:r>
          </a:p>
          <a:p>
            <a:r>
              <a:t>Mục 8: repo / tài liệu / tin nhắn không bao giờ chứa mật khẩu hay chuỗi kết nối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phím tắt hay dùng nhất. Bảng đầy đủ trong tài liệu Word phụ lục A và trong tab Trợ giúp.</a:t>
            </a:r>
          </a:p>
          <a:p>
            <a:r>
              <a:t>BcodeViewer: Ctrl+P mở file, F12 / Ctrl+F12 entity, Shift+F12 nơi dùng, Ctrl+G Go to, Ctrl+Shift+M Problems, Alt+P xem trước Dir, Ctrl+Enter chạy SQL, F5 chạy menu, Ctrl+Shift+H lịch sử file.</a:t>
            </a:r>
          </a:p>
          <a:p>
            <a:r>
              <a:t>Mọi phím đều đổi được: Bcode Settings → Giao diện (Template) → Phím tắt; BcodeViewer File → Phím tắt.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Ôn tập ba phần của khoá học trước bài kiểm tra cuối khoá.</a:t>
            </a:r>
          </a:p>
          <a:p>
            <a:r>
              <a:t>Bài kiểm tra: nhận một yêu cầu trọn gói (danh mục + báo cáo + mẫu in), làm trên dự án thử và đóng gói trong một ngày; người hướng dẫn chấm theo checklist phụ lục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Học viên làm trên dự án thử, người hướng dẫn đi kiểm từng máy. Ai xong sớm làm luôn bài tập về nhà.</a:t>
            </a:r>
          </a:p>
          <a:p>
            <a:r>
              <a:t>Bài tập về nhà: Bài kiểm tra cuối khoá: nhận 1 yêu cầu trọn gói (danh mục + báo cáo + mẫu in), làm và đóng gói trong 1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nhanh cả lớp; đáp án:</a:t>
            </a:r>
          </a:p>
          <a:p>
            <a:r>
              <a:t>1. Script\app, Script\sys, Web\…, description.txt.</a:t>
            </a:r>
          </a:p>
          <a:p>
            <a:r>
              <a:t>2. SYS_Script.sql → Sys Data, APP_Script.sql → App Data.</a:t>
            </a:r>
          </a:p>
          <a:p>
            <a:r>
              <a:t>3. Actions → Clear Structure App (site còn giữ cấu trúc cũ).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BUỔI 10 / 10  ·  NÂNG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6E4F0"/>
                </a:solidFill>
                <a:latin typeface="Segoe UI"/>
                <a:ea typeface="Segoe UI"/>
                <a:cs typeface="Segoe UI"/>
              </a:rPr>
              <a:t>FastBusiness Online &amp;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Đóng gói, triển khai và ôn tập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60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B8CADB"/>
                </a:solidFill>
                <a:latin typeface="Segoe UI"/>
                <a:ea typeface="Segoe UI"/>
                <a:cs typeface="Segoe UI"/>
              </a:rPr>
              <a:t>Thời lượng 3 giờ · tài liệu chi tiết: DaoTao_Fast_Bcode.docx — Buổi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Mục tiêu và lịch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10 · Đóng gói, triển khai và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Học xong buổi này, bạn: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Gom thay đổi theo yêu cầu bằng Note (New) / BcodeNote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Tạo gói update đúng cấu trúc, triển khai và rollback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Tự kiểm bằng checklist trước triển khai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371600"/>
          <a:ext cx="5486400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402336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Note (New), BcodeNote, Gen Update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45'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Triển khai lên dự án, rollback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Checklist, ôn tập toàn khoá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45'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Bài kiểm tra cuối khoá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60'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2356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91440" cy="6400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67842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Chuẩn bị: Các bài làm của buổi 4–8 trên dự án thử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Note (New) · BcodeNote · Gen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10 · Đóng gói, triển khai và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pic>
        <p:nvPicPr>
          <p:cNvPr id="7" name="Picture 6" descr="bcode-note-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8010"/>
            <a:ext cx="7589520" cy="4293499"/>
          </a:xfrm>
          <a:prstGeom prst="rect">
            <a:avLst/>
          </a:prstGeom>
          <a:ln w="12700">
            <a:solidFill>
              <a:srgbClr val="C8D1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366760" y="132588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Gen All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File Path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SQL Object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(App / Sys)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Top Script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trước ·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Bottom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sau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Table liên quan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Xem trước gói →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Generate Update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BcodeNote: nhiều dự án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Gói: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Script\app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Script\sys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Web\…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Triển khai lên dự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10 · Đóng gói, triển khai và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Sao lưu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file sẽ ghi đè,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procedure cũ, DB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7985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4017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7169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Script Sys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7169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SYS_Script.sql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trên Sys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1923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7955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1107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Script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1107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APP_Script.sql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trên App Data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5860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71892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5044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Chép Web\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5044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đè vào site,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giữ cấu trúc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59798" y="257860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15830" y="1828800"/>
            <a:ext cx="1951329" cy="17373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8982" y="1920240"/>
            <a:ext cx="1805025" cy="7818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Kiểm 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982" y="2697480"/>
            <a:ext cx="1805025" cy="8339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Clear Structure,</a:t>
            </a:r>
          </a:p>
          <a:p>
            <a:pPr algn="ctr"/>
            <a:r>
              <a:rPr sz="13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thử trên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Đọc tab </a:t>
            </a:r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Message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sau mỗi script — có lỗi thì dừng.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Đổi cấu trúc bảng → Actions → </a:t>
            </a:r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Clear Structure App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; nạp lại site → </a:t>
            </a:r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Refresh Web.config</a:t>
            </a:r>
            <a:r>
              <a:rPr sz="18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8640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486400"/>
            <a:ext cx="91440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554126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8E44AD"/>
                </a:solidFill>
                <a:latin typeface="Segoe UI"/>
                <a:ea typeface="Segoe UI"/>
                <a:cs typeface="Segoe UI"/>
              </a:rPr>
              <a:t>Cần kiểm tra ở dự án: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Ai được chép file / chạy script trên server khách, vào giờ nào — theo quy định từng dự 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Phụ lục B — Checklist trước khi triển khai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10 · Đóng gói, triển khai và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452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/>
                <a:gridCol w="102412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Hạng mục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Đã chạy thử trên database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thử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đúng phiên bản Fast của khách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Đã sao lưu: file sẽ ghi đè, procedure cũ (rollback), dữ liệu sẽ sửa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Script chạy lại nhiều lần không lỗi; không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DROP TABLE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dữ liệu; UPDATE/DELETE có WHERE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Đúng database: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Script\sys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→ Sys Data,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Script\app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→ App Data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Bảng phân kỳ: thêm cột cho mọi kỳ, Check Partitions Struct sạch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Problems sạch, không file đỏ; tiêu đề v/e đủ; menu + quyền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description.txt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ghi mã yêu cầu, nội dung, người làm, ngày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Không đưa mật khẩu, chuỗi kết nối, dữ liệu khách vào gói / tài liệu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Phụ lục A — Phím tắt Bcode quan trọng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10 · Đóng gói, triển khai và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3867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3017520"/>
                <a:gridCol w="2651760"/>
                <a:gridCol w="192024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Phím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Việc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Phím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Việc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Tìm mọi thứ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Ctrl+F1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Trợ giúp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Ctrl+Shift+P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/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Ctrl+O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Projects / dự án khác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Ctrl+1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App ↔ Sys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Ctrl+Shift+Q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SQL Query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F5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Alt+F5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Chạy · huỷ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F12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Ctrl+I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Xem object · AI SQL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Kết quả → Excel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Ctrl+Shift+T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Table · Command · Lookup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SQL Profiler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Ctrl+Shift+W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F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WCommand · File Lookup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Ctrl+Alt+U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Ai đang dùng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Ctrl+Shift+4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Note (New) · Gen Update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Ctrl+Shift+J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So sánh object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Ctrl+Alt+Shift+A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V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Add · View Script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Ctrl+Alt+Shift+F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Luật Fast · AI phân tích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760720"/>
            <a:ext cx="109270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9144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5815583"/>
            <a:ext cx="10607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Mẹo: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BcodeViewer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Ctrl+P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mở file ·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F12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entity ·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Ctrl+Shift+M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Problems ·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Alt+P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xem Dir ·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Ctrl+Enter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chạy SQL ·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F5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chạy menu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Ôn tập toàn khoá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10 · Đóng gói, triển khai và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594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4594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Cơ bản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1851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Menu = wcommand → aspx → Grid / Dir / Lookup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App ↔ Sys, bảng phân kỳ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Sửa dữ liệu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5 bước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880" y="1645920"/>
            <a:ext cx="34594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1645920"/>
            <a:ext cx="3459480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Trung cấp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606040"/>
            <a:ext cx="31851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File Lookup + BcodeViewer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Danh mục, AutoComplete, ⚡ Chuẩn Fast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Báo cáo: Filter → proc → Grid → Report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Mẫu in: d1 / d2,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?biến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5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!1.cột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679" y="1645920"/>
            <a:ext cx="34594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79" y="1645920"/>
            <a:ext cx="3459480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59" y="1874519"/>
            <a:ext cx="3093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Nâng 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39" y="2606040"/>
            <a:ext cx="31851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Procedure: ALTER, sao lưu, rollback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Macro FCode, lỗi NULL / collation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Bắt lỗi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6 bước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Gói update + checklist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Thực hành tại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10 · Đóng gói, triển khai và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Đóng gói danh mục (buổi 5), báo cáo (buổi 6), mẫu in (buổi 7), procedure (buổi 8) thành các yêu cầu trong Note (New), Generate Update.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Triển khai gói lên một bản sao khác, chạy checklist, thử rollback procedure.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9144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489703"/>
            <a:ext cx="106070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Mẹo: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Trên database: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Sổ bài tập thực hành — Buổi 10 (FBOSP2422_App / _Sys, chạy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00_TaoDuLieuMau.sql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trước).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5780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312664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Bài tập: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Về nhà: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Bài kiểm tra cuối khoá: nhận 1 yêu cầu trọn gói (danh mục + báo cáo + mẫu in), làm và đóng gói trong 1 ngày.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Tự kiểm 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10 · Đóng gói, triển khai và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Gói update gồm những thư mục nào?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Script nào chạy trên database nào?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Đổi cấu trúc bảng xong site vẫn báo lỗi cột?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