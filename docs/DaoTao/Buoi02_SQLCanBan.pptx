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2: SQL căn bản để đọc dữ liệu Fast (Cơ bản, 3 giờ).</a:t>
            </a:r>
          </a:p>
          <a:p>
            <a:r>
              <a:t>Chuẩn bị: Dự án thử có dữ liệu danh mục và vài chứng từ.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Viết được SELECT / WHERE / ORDER BY / TOP trên bảng Fast</a:t>
            </a:r>
          </a:p>
          <a:p>
            <a:r>
              <a:t>- Biết JOIN danh mục với chứng từ, master với detail</a:t>
            </a:r>
          </a:p>
          <a:p>
            <a:r>
              <a:t>- Dùng GROUP BY / HAVING để đếm, cộng, tìm trùng</a:t>
            </a:r>
          </a:p>
          <a:p>
            <a:r>
              <a:t>- Dùng thành thạo tab SQL Query: chạy lệnh, xem nhiều kết quả, lưu Excel / CSV</a:t>
            </a:r>
          </a:p>
          <a:p>
            <a:r>
              <a:t>Lịch trình:</a:t>
            </a:r>
          </a:p>
          <a:p>
            <a:r>
              <a:t>1. SELECT, WHERE, toán tử, chuỗi N'…' (30')</a:t>
            </a:r>
          </a:p>
          <a:p>
            <a:r>
              <a:t>2. JOIN, đọc thuộc tính information để biết cách ghép bảng (40')</a:t>
            </a:r>
          </a:p>
          <a:p>
            <a:r>
              <a:t>3. GROUP BY, HAVING, hàm hay dùng (30')</a:t>
            </a:r>
          </a:p>
          <a:p>
            <a:r>
              <a:t>4. Kiểu dữ liệu Fast, ngày tháng (20')</a:t>
            </a:r>
          </a:p>
          <a:p>
            <a:r>
              <a:t>5. SQL Query trên Bcode: F5, F12, Ctrl+E, Save as CSV / XLSX, Debug (40')</a:t>
            </a:r>
          </a:p>
          <a:p>
            <a:r>
              <a:t>6. Thực hành (20')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SELECT cơ bản trên bảng khách hàng dmkh. Nhắc lại các toán tử: =, &lt;&gt;, LIKE với ký tự đại diện % (nhiều ký tự bất kỳ) và _ (đúng một ký tự), IN, BETWEEN, IS NULL.</a:t>
            </a:r>
          </a:p>
          <a:p>
            <a:r>
              <a:t>Chuỗi tiếng Việt phải có tiền tố N, ví dụ N'Bộ phận' — thiếu N thì chữ sẽ bị mất dấu.</a:t>
            </a:r>
          </a:p>
          <a:p>
            <a:r>
              <a:t>GROUP BY dùng để đếm hoặc cộng theo nhóm; HAVING dùng để lọc sau khi đã nhóm. Câu tìm tên khách bị trùng rất hay dùng khi dọn dữ liệu danh mục.</a:t>
            </a:r>
          </a:p>
          <a:p>
            <a:r>
              <a:t>Cho học viên tự chạy trên dự án thử: đổi điều kiện LIKE, thêm cột vào danh sách SELECT.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Muốn biết cần ghép bảng nào thì nhìn thuộc tính information của field tra cứu trong controller: ma_nvbh$dmnvbh.ten_nvbh%l nghĩa là lấy dmkh.ma_nvbh ghép với bảng dmnvbh để lấy cột ten_nvbh.</a:t>
            </a:r>
          </a:p>
          <a:p>
            <a:r>
              <a:t>INNER JOIN chỉ lấy những dòng có ở cả hai bảng; LEFT JOIN giữ lại toàn bộ dòng của bảng bên trái.</a:t>
            </a:r>
          </a:p>
          <a:p>
            <a:r>
              <a:t>Luôn đặt bí danh cho bảng (a, b...) vì Fast có nhiều cột trùng tên giữa các bảng (status, ma_dvcs...).</a:t>
            </a:r>
          </a:p>
          <a:p>
            <a:r>
              <a:t>Ví dụ 2: chứng từ gồm master và detail, nối với nhau bằng stt_rec. Lọc ngày thì viết ngày dạng yyyymmdd và dùng khoảng nửa mở: lớn hơn hoặc bằng ngày đầu tháng, nhỏ hơn ngày đầu tháng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Bảng tạm #temp tồn tại tới khi hết kết nối hoặc hết procedure — được dùng rất nhiều trong procedure của Fast. Biến bảng @t dùng cho dữ liệu nhỏ, chỉ tồn tại trong một batch. CTE (WITH ... AS) giúp đặt tên cho truy vấn con; kết hợp với ROW_NUMBER để tìm bản ghi trùng.</a:t>
            </a:r>
          </a:p>
          <a:p>
            <a:r>
              <a:t>Mẹo của Fast: SELECT TOP 0 ... INTO #report FROM bảng để tạo bảng tạm có đúng kiểu cột như bảng thật, rồi mới INSERT dữ liệu vào.</a:t>
            </a:r>
          </a:p>
          <a:p>
            <a:r>
              <a:t>Kiểu dữ liệu: cột mã là varchar, độ dài theo bảng gốc — luôn xem cấu trúc bảng ở tab Table; cột tên là nvarchar; tiền và số lượng là numeric(19,4); ngày là smalldatetime; tháng và năm là các cột int riêng.</a:t>
            </a:r>
          </a:p>
          <a:p>
            <a:r>
              <a:t>Ngày tháng: viết dạng chuỗi 'yyyymmdd', không viết '01/02/2026' vì cách hiểu dạng này phụ thuộc cài đặt ngôn ngữ của SQL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Ctrl+Shift+Q mở tab SQL Query. Bấm F5 hoặc Ctrl+Enter để chạy — nếu đang bôi đen một đoạn thì chỉ chạy đoạn đó. Alt+F5 để dừng câu đang chạy.</a:t>
            </a:r>
          </a:p>
          <a:p>
            <a:r>
              <a:t>Khi có nhiều bảng kết quả: chọn hiển thị Xếp chồng (các bảng chồng lên nhau) hoặc Từng tab. Chọn nhiều ô số thì thanh dưới cùng hiện Sum / Count / Average của các ô đó.</a:t>
            </a:r>
          </a:p>
          <a:p>
            <a:r>
              <a:t>Khi lỗi: tab Message tự mở, bấm vào chữ "dòng N" để nhảy tới dòng bị lỗi.</a:t>
            </a:r>
          </a:p>
          <a:p>
            <a:r>
              <a:t>Ctrl+S lưu thành file .sql, Ctrl+F tìm, F7 định dạng lại code (Beauty), F12 xem nhanh bảng hoặc procedure dưới con trỏ, Ctrl+I nhờ AI viết hoặc sửa SQL (cần API key), Check Fields kiểm tra các cột có tồn tại không mà không chạy câu lệnh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nhóm tính năng hay dùng trong tab SQL Query.</a:t>
            </a:r>
          </a:p>
          <a:p>
            <a:r>
              <a:t>Excel / CSV: bấm Ctrl+E ở lưới kết quả để xuất nhanh ra Excel vào thư mục tạm rồi mở file luôn. Muốn lưu vào đúng chỗ mình chọn thì chuột phải → Lưu ra file → Save as Excel hoặc Save as CSV. Bcode lưu toàn bộ dòng của bảng kết quả, kể cả khi lưới chưa hiện hết. File Excel giữ được số 0 ở đầu mã; còn file CSV khi mở bằng Excel thì Excel tự đoán kiểu dữ liệu, có thể làm mất số 0 đầu mã.</a:t>
            </a:r>
          </a:p>
          <a:p>
            <a:r>
              <a:t>Debug từng bước: chỉ có ở chế độ giao diện Web. Mỗi bước được chạy lại trong BEGIN TRAN rồi luôn ROLLBACK, nên an toàn cho dữ liệu, nhưng script nặng sẽ chạy chậm.</a:t>
            </a:r>
          </a:p>
          <a:p>
            <a:r>
              <a:t>Lịch sử: Bcode không tự lưu mọi câu đã chạy, muốn lưu thì bấm Ctrl+Alt+H. Riêng mọi lần CREATE / ALTER procedure, function, view, trigger thì Bcode tự ghi lại phiên bản — rất hữu ích khi cần quay lại bản cũ (chương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Viết 5 câu truy vấn trả lời 5 câu hỏi nghiệp vụ do người hướng dẫn giao (ví dụ: khách nào chưa phát sinh chứng từ trong năm).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Thiếu N thì chuỗi không phải Unicode, nên tiếng Việt bị mất dấu.</a:t>
            </a:r>
          </a:p>
          <a:p>
            <a:r>
              <a:t>2. INNER chỉ lấy dòng khớp ở cả 2 bảng; LEFT giữ mọi dòng bảng trái, cột bảng phải để NULL nếu không khớp.</a:t>
            </a:r>
          </a:p>
          <a:p>
            <a:r>
              <a:t>3. ngay_ct &gt;= '20260101' AND ngay_ct &lt; '20260201'.</a:t>
            </a:r>
          </a:p>
          <a:p>
            <a:r>
              <a:t>4. numeric(19,4).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2 / 10  ·  CƠ BẢN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SQL căn bản để đọc dữ liệu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Viết được SELECT / WHERE / ORDER BY / TOP trên bảng Fast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Biết JOIN danh mục với chứng từ, master với detail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GROUP BY / HAVING để đếm, cộng, tìm trùng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thành thạo tab SQL Query: chạy lệnh, xem nhiều kết quả, lưu Excel / CSV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520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SELECT, WHERE, toán tử, chuỗi N'…'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JOIN, đọc thuộc tính information để biết cách ghép bảng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GROUP BY, HAVING, hàm hay dùng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Kiểu dữ liệu Fast, ngày tháng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Query trên Bcode: F5, F12, Ctrl+E, Save as CSV / XLSX, Debug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 có dữ liệu danh mục và vài chứng từ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Đọc dữ liệu: SELECT, WHERE, GROUP BY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4663440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66294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Khách hàng còn dùng, mã bắt đầu bằng 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TOP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20 ma_kh, ten_kh, ma_so_thue, tk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status = '1'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ma_kh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LIKE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'KH%'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Số khách theo nhân viên bán hàng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ma_nvbh,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(*)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so_kh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GROUP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ma_nvbh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so_kh DESC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Tên khách bị trùng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ten_kh,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(*)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GROUP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ten_kh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HAVING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(*) &gt;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LIKE 'KH%'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khớp nhiều ký tự,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_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khớp một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IN (…)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BETWEEN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IS NULL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Tiếng Việt: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N'…'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(thiếu N sẽ mất dấu)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HAVING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lọc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sau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khi nhóm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Hàm: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ISNULL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RTRIM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CASE WHEN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JOIN — ghép bảng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3637787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66294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information="ma_nvbh$dmnvbh.ten_nvbh%l" (Dir\Customer.f)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a.ma_kh, a.ten_kh, b.ten_nvbh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 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LEFT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dmnvbh b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b.ma_nvbh = a.ma_nvbh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Phiếu nhập tháng 01/2026: master + detail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m.so_ct, m.ngay_ct, d.ma_vt, v.ten_vt,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d.ma_kho, d.so_luong, d.tien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m74$202601 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d74$202601 d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d.stt_rec = m.stt_rec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LEFT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dmvt v 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v.ma_vt = d.ma_vt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m.ngay_ct &gt;= '20260101'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m.ngay_ct &lt;  '20260201'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m.ngay_ct, m.so_ct, d.line_nbr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Xem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information=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của field để biết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ghép bảng nào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LEFT JOIN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giữ hết bảng trái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Luôn đặt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bí danh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bảng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b.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Master–detail nối bằng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stt_rec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Lọc ngày: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&gt;= '20260101'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 '20260201'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Bảng tạm, CTE và kiểu dữ liệu Fast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3284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4206240"/>
                <a:gridCol w="42976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Kiểu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Dùng cho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Lưu ý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varchar(n)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Mã: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ma_kh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ma_vt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tk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stt_rec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Cột tra cứu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cùng kiểu, độ dài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với cột mã nguồn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nvarchar(n)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Tên, diễn giải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Tiếng Việt: nvarchar và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N'…'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numeric(19,4)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Tiền, số lượng, giá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Không dùng float cho tiền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smalldatetime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Ngày chứng từ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Từ 1900 đến 2079, chính xác tới phút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Tháng, năm, kỳ,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line_nbr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Tháng, năm là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cột int riêng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char(1)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/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bit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status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cờ đánh dấu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status = '1'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109270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257800"/>
            <a:ext cx="91440" cy="7772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312664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Fast hay dùng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SELECT TOP 0 … INTO #report FROM bảng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để tạo bảng tạm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đúng kiểu cột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 Ngày luôn viết dạng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'20260131'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SQL Query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pic>
        <p:nvPicPr>
          <p:cNvPr id="7" name="Picture 6" descr="bcode-sql-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168" y="1325880"/>
            <a:ext cx="6143182" cy="2834640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438912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(đoạn chọn nếu có)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Alt+F5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dừng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Xếp chồng / Từng tab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lưu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tìm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38912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F7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Beauty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F12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object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Ctrl+I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AI viết SQL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Check Fields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kiểm tra cột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Kết quả ra file · Debug · Lịch sử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4594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459480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851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xuất nhanh ra Excel và mở luôn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Chuột phải →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Save as Excel / CSV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Lưu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toàn bộ dòng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kể cả phần chưa hiện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Excel giữ số 0 đầu mã, kiểu số và ngày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45920"/>
            <a:ext cx="34594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3880" y="1645920"/>
            <a:ext cx="3459480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6760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Debug từng bước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2606040"/>
            <a:ext cx="31851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Bật 🐞 Debug từng bước rồi bấm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F10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một bước ·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Ctrl+F10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tới con trỏ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Xem giá trị ở bảng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Variables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Luôn ROLLBACK — không đổi dữ liệu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679" y="1645920"/>
            <a:ext cx="34594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79" y="1645920"/>
            <a:ext cx="3459480" cy="1097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Lịch sử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39" y="2606040"/>
            <a:ext cx="31851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Ctrl+Alt+H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lưu câu vào Lịch sử SQL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Ctrl+Shift+Y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mở Lịch sử SQL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Tự ghi mỗi lần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ALTER / CREATE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procedure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So sánh, khôi phục bản cũ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Liệt kê 20 khách hàng còn sử dụng, kèm tên nhân viên bán hàng.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Tính tổng số lượng và tiền nhập của từng vật tư trong 1 tháng; chỉ lấy vật tư có tiền nhập trên 100 triệu.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Xuất kết quả bằng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bằng Save as CSV; so sánh cách hai file hiện các mã có số 0 ở đầu.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2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Viết 5 câu truy vấn trả lời 5 câu hỏi nghiệp vụ do người hướng dẫn giao (ví dụ: khách nào chưa phát sinh chứng từ trong năm).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Vì sao viết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N'Bộ phận'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chứ không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'Bộ phận'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Khác nhau giữa INNER JOIN và LEFT JOIN?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Lọc cả tháng 01/2026 thế nào cho đúng?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Tiền / số lượng dùng kiểu gì?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