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4: Đọc và sửa source bằng Bcode (Trung cấp, 3 giờ).</a:t>
            </a:r>
          </a:p>
          <a:p>
            <a:r>
              <a:t>Chuẩn bị: Dự án thử có Source Path; đã khai đường dẫn BcodeViewer.</a:t>
            </a:r>
          </a:p>
          <a:p>
            <a:r>
              <a:t>Nhắc lại bài tập về nhà của buổi trước trước khi vào nội dung mới (5–10 phút).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tiêu:</a:t>
            </a:r>
          </a:p>
          <a:p>
            <a:r>
              <a:t>- Tìm đủ file của một menu bằng WCommand / File Lookup</a:t>
            </a:r>
          </a:p>
          <a:p>
            <a:r>
              <a:t>- Đọc controller: entity, fields, views, commands</a:t>
            </a:r>
          </a:p>
          <a:p>
            <a:r>
              <a:t>- Sửa file bằng BcodeViewer, kiểm lỗi Problems, xem trước form, chạy SQL trong file</a:t>
            </a:r>
          </a:p>
          <a:p>
            <a:r>
              <a:t>- Lấy lại bản chuẩn bằng Cấp source</a:t>
            </a:r>
          </a:p>
          <a:p>
            <a:r>
              <a:t>Lịch trình:</a:t>
            </a:r>
          </a:p>
          <a:p>
            <a:r>
              <a:t>1. Cây WCommand: lọc, chạy menu, thêm / sửa menu (30')</a:t>
            </a:r>
          </a:p>
          <a:p>
            <a:r>
              <a:t>2. File Lookup: cây file theo menu, file đỏ, SearchBox, File Reference (40')</a:t>
            </a:r>
          </a:p>
          <a:p>
            <a:r>
              <a:t>3. BcodeViewer: gợi ý, F12, Problems, Alt+P, Ctrl+Enter, lịch sử (50')</a:t>
            </a:r>
          </a:p>
          <a:p>
            <a:r>
              <a:t>4. Thêm một field vào form (30')</a:t>
            </a:r>
          </a:p>
          <a:p>
            <a:r>
              <a:t>5. Thực hành (30')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Mọi yêu cầu sửa màn hình đều đi 5 bước. Buổi này học bước 1–3: tìm đúng file / bảng / procedure bằng WCommand và File Lookup, sửa bằng BcodeViewer, thử bằng Ctrl+F5 / Ctrl+4 trên cây WCommand hoặc F5 trong BcodeViewer. Bước 4–5 (đóng gói, triển khai) học ở buổi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Cây WCommand (Ctrl+Shift+W) đọc wcommand + command. Gõ lọc theo tên / ID / link; ô (C) chỉ hiện menu customize.</a:t>
            </a:r>
          </a:p>
          <a:p>
            <a:r>
              <a:t>Double-click menu → tab File Lookup với toàn bộ file của menu: trang Main, Dir, Grid, Filter, Lookup, Report, include, mẫu rpt/xlsx. F4 mở thêm một File Lookup để so sánh.</a:t>
            </a:r>
          </a:p>
          <a:p>
            <a:r>
              <a:t>Trong File Lookup: gõ đúng tên trang aspx vào ô Search ra toàn bộ file của menu dùng trang đó. File tô đỏ là thiếu entity / include. Chọn file để xem trước; Edit in BcodeViewer để sửa.</a:t>
            </a:r>
          </a:p>
          <a:p>
            <a:r>
              <a:t>Cấp source: chọn file .f → bấm nhãn Source &lt;phiên bản&gt; để xem bản chuẩn trong kho, Cấp source để chép bản chuẩn vào dự án.</a:t>
            </a:r>
          </a:p>
          <a:p>
            <a:r>
              <a:t>Trên cây WCommand còn có: Ctrl+F5 chạy menu, Ctrl+4 chạy trong FSG FBO, Insert / F3 / F8 thêm sửa xoá menu, F12 Gen Script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Đầu mỗi controller là khối DOCTYPE khai báo entity.</a:t>
            </a:r>
          </a:p>
          <a:p>
            <a:r>
              <a:t>Entity giống hằng số hoặc #include: &amp;k; được thay bằng ma_bp; ENTITY ... SYSTEM "file" nhúng nội dung một file; entity có dấu % là entity tham số, dùng để nạp cả bộ entity trong file .ent.</a:t>
            </a:r>
          </a:p>
          <a:p>
            <a:r>
              <a:t>Nếu file include bị thiếu thì controller lỗi khi chạy. Bcode File Lookup tô đỏ file thiếu entity; BcodeViewer báo trong bảng Problems.</a:t>
            </a:r>
          </a:p>
          <a:p>
            <a:r>
              <a:t>Phím cần nhớ trong BcodeViewer: F12 trên &amp;Entity; để xem nội dung, Ctrl+F12 để mở file khai báo.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BcodeViewer là trình soạn FCode dựng trên Monaco (lõi VS Code), hiểu XML + SQL + JavaScript nhúng.</a:t>
            </a:r>
          </a:p>
          <a:p>
            <a:r>
              <a:t>Mở file: từ Bcode Edit in BcodeViewer, hoặc Ctrl+P trong Viewer. Lưu Ctrl+S — mỗi lần lưu ghi lịch sử (máy này + lịch sử chung dự án, biết ai sửa gì).</a:t>
            </a:r>
          </a:p>
          <a:p>
            <a:r>
              <a:t>Gợi ý: gõ f.ma_kh rồi Enter để chèn sẵn khối field có header và AutoComplete.</a:t>
            </a:r>
          </a:p>
          <a:p>
            <a:r>
              <a:t>F12 xem entity, Ctrl+F12 mở nơi khai báo, Shift+F12 tìm nơi dùng, Ctrl+G Go to.</a:t>
            </a:r>
          </a:p>
          <a:p>
            <a:r>
              <a:t>Ctrl+Shift+M bảng Problems — luôn sạch trước khi đóng gói.</a:t>
            </a:r>
          </a:p>
          <a:p>
            <a:r>
              <a:t>Alt+P xem trước form Dir, bấm ô để nhảy tới code.</a:t>
            </a:r>
          </a:p>
          <a:p>
            <a:r>
              <a:t>Ctrl+Enter chạy SQL trong command — mặc định chạy thử rồi rollback. F5 lưu rồi mở menu trên trình duyệt.</a:t>
            </a:r>
          </a:p>
          <a:p>
            <a:r>
              <a:t>Ví dụ thêm field: thêm cột vào bảng (Gen Add Column), thêm &lt;field&gt; vào &lt;fields&gt;, thêm [field] vào dòng &lt;item value&gt; trong &lt;views&gt;, kiểm tra Problems, Alt+P, F5.</a:t>
            </a:r>
          </a:p>
          <a:p>
            <a:r>
              <a:t>Viewer kiểm tra file mỗi 4 giây; người khác sửa file thì hiện thanh báo — xem khác biệt trước khi lưu đè.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Bốn bước thêm một field vào danh mục có sẵn.</a:t>
            </a:r>
          </a:p>
          <a:p>
            <a:r>
              <a:t>1. Thêm cột vào bảng: tab Table → Structure → Gen Add Column, xem lại script, chạy.</a:t>
            </a:r>
          </a:p>
          <a:p>
            <a:r>
              <a:t>2. Trong Dir: thêm &lt;field&gt; vào &lt;fields&gt;, rồi thêm [ten_field] vào một dòng &lt;item value&gt; trong &lt;views&gt;. Dòng đầu &lt;item value="120, 30, ..."&gt; là độ rộng các cột của lưới bố cục. Mặt nạ 1100010: chữ 1 mở một ô mới, các chữ 0 liền sau kéo dài ô đó, dấu - là cột trống; biến thứ n ứng với chữ 1 thứ n.</a:t>
            </a:r>
          </a:p>
          <a:p>
            <a:r>
              <a:t>3. Muốn hiện ở danh sách: thêm field vào Grid và &lt;view id="Grid"&gt;.</a:t>
            </a:r>
          </a:p>
          <a:p>
            <a:r>
              <a:t>4. Ctrl+Shift+M không lỗi → Alt+P xem form → F5 mở trên web thử.</a:t>
            </a:r>
          </a:p>
          <a:p>
            <a:r>
              <a:t>Mẹo: rê chuột lên biến trong dòng item để Viewer cho biết biến chiếm vị trí nào trong mặt nạ.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Học viên làm trên dự án thử, người hướng dẫn đi kiểm từng máy. Ai xong sớm làm luôn bài tập về nhà.</a:t>
            </a:r>
          </a:p>
          <a:p>
            <a:r>
              <a:t>Bài tập về nhà: Chọn 1 màn hình chứng từ, ghi lại: bảng master / detail, lưới chi tiết, các command Inserting / Updating và entity include quan trọng.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nhanh cả lớp; đáp án:</a:t>
            </a:r>
          </a:p>
          <a:p>
            <a:r>
              <a:t>1. File Lookup tô đỏ; BcodeViewer báo trong Problems (Ctrl+Shift+M).</a:t>
            </a:r>
          </a:p>
          <a:p>
            <a:r>
              <a:t>2. F12 xem nhanh (peek) entity / file; Ctrl+F12 mở nơi khai báo.</a:t>
            </a:r>
          </a:p>
          <a:p>
            <a:r>
              <a:t>3. Chưa thêm [field] vào dòng &lt;item value=…&gt; trong &lt;views&gt;.</a:t>
            </a:r>
          </a:p>
          <a:p>
            <a:r>
              <a:t>4. Không — chạy thử trong transaction rồi 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7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BUỔI 4 / 10  ·  TRUNG CẤP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6E4F0"/>
                </a:solidFill>
                <a:latin typeface="Segoe UI"/>
                <a:ea typeface="Segoe UI"/>
                <a:cs typeface="Segoe UI"/>
              </a:rPr>
              <a:t>FastBusiness Online &amp;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7899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Đọc và sửa source bằng Bcode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60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B8CADB"/>
                </a:solidFill>
                <a:latin typeface="Segoe UI"/>
                <a:ea typeface="Segoe UI"/>
                <a:cs typeface="Segoe UI"/>
              </a:rPr>
              <a:t>Thời lượng 3 giờ · tài liệu chi tiết: DaoTao_Fast_Bcode.docx — Buổi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Mục tiêu và lịch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4 · Đọc và sửa source bằng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Học xong buổi này, bạn: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Tìm đủ file của một menu bằng WCommand / File Lookup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Đọc controller: entity, fields, views, commands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Sửa file bằng BcodeViewer, kiểm lỗi Problems, xem trước form, chạy SQL trong file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Lấy lại bản chuẩn bằng Cấp source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371600"/>
          <a:ext cx="548640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  <a:gridCol w="402336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Nội dung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Cây WCommand: lọc, chạy menu, thêm / sửa menu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File Lookup: cây file theo menu, file đỏ, SearchBox, File Reference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BcodeViewer: gợi ý, F12, Problems, Alt+P, Ctrl+Enter, lịch sử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50'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Thêm một field vào form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Thực hành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62356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91440" cy="64008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678424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Chuẩn bị: Dự án thử có Source Path; đã khai đường dẫn BcodeViewer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Quy trình sửa một yêu cầu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4 · Đọc và sửa source bằng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1. Tìm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WCommand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File Lookup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7985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4017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7169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2. Sửa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7169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BcodeViewer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SQL Query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1923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7955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1107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3. Thử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1107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Ctrl+F5 / Ctrl+4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F5 trong Viewer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5860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71892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5044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4. Đóng gói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5044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Note (New)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Buổi 10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59798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15830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8982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5. Triển khai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982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Checklist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Buổi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Không sửa thẳng trên site khách khi chưa thử trên site / database thử.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Trước khi sửa: biết chắc file nào đang chạy (</a:t>
            </a:r>
            <a:r>
              <a:rPr sz="17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.f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hay </a:t>
            </a:r>
            <a:r>
              <a:rPr sz="17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.xml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), lưu bản cũ (Viewer tự ghi lịch sử).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WCommand + File Lookup — tìm source của 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4 · Đọc và sửa source bằng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pic>
        <p:nvPicPr>
          <p:cNvPr id="7" name="Picture 6" descr="bcode-file-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7990"/>
            <a:ext cx="7589520" cy="4293499"/>
          </a:xfrm>
          <a:prstGeom prst="rect">
            <a:avLst/>
          </a:prstGeom>
          <a:ln w="12700">
            <a:solidFill>
              <a:srgbClr val="C8D1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366760" y="132588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WCommand: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double-click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menu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F4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File Lookup thứ hai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Search tên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.aspx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→ đủ file của menu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File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đỏ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= thiếu entity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Edit in BcodeViewer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Cấp source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lấy bản chuẩn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Ctrl+F5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/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Ctrl+4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chạy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File Lookup của menu “Hóa đơn bán hàng” — cây file theo menu, xem trước, Edit in BcodeViewer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Entity — biến và file nhúng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4 · Đọc và sửa source bằng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6949440" cy="3214877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58367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8B8"/>
                </a:solidFill>
                <a:latin typeface="Segoe UI"/>
                <a:ea typeface="Segoe UI"/>
                <a:cs typeface="Segoe UI"/>
              </a:rPr>
              <a:t>Dir\Department.f (rút gọn)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6629400" cy="4187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&lt;!DOCTYPE dir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&lt;!ENTITY k "ma_bp"&gt;                    </a:t>
            </a:r>
            <a:r>
              <a:rPr sz="1500" b="0" i="1">
                <a:solidFill>
                  <a:srgbClr val="7FB06A"/>
                </a:solidFill>
                <a:latin typeface="Consolas"/>
                <a:ea typeface="Consolas"/>
                <a:cs typeface="Consolas"/>
              </a:rPr>
              <a:t>&lt;!-- dùng: &amp;k; --&gt;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&lt;!ENTITY Tag "dmbp"&gt;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&lt;!ENTITY ScriptIrregular SYSTEM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"..\Include\Javascript\Irregular.txt"&gt;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&lt;!ENTITY % ListEditLog SYSTEM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"..\Include\ListEditLog.ent"&gt;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%ListEditLog;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]&gt;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&lt;dir table="dmbp" code="ma_bp" order="ma_bp"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xmlns="urn:schemas-fast-com:data-dir"&gt;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60020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&amp;Ten;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→ thay bằng nội dung entity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SYSTEM "file"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→ nhúng cả file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%Ten;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→ nạp bộ entity trong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.ent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Thiếu include → controller lỗi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Viewer: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F12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xem ·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Ctrl+F12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mở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BcodeViewer — sửa file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4 · Đọc và sửa source bằng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pic>
        <p:nvPicPr>
          <p:cNvPr id="7" name="Picture 6" descr="viewer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273"/>
            <a:ext cx="7589520" cy="4260973"/>
          </a:xfrm>
          <a:prstGeom prst="rect">
            <a:avLst/>
          </a:prstGeom>
          <a:ln w="12700">
            <a:solidFill>
              <a:srgbClr val="C8D1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366760" y="132588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f.ma_kh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+ Enter → khối field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F12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/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Ctrl+F12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entity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Ctrl+Shift+M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Problems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Alt+P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xem trước form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Ctrl+Enter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chạy SQL (rollback)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F5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lưu &amp; mở menu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Ctrl+Shift+H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lịch sử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Thêm một field vào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4 · Đọc và sửa source bằng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6949440" cy="3707511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09928"/>
            <a:ext cx="6629400" cy="4462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&lt;fields&gt;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&lt;field name="so_tk_nh"&gt;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&lt;header v="Số tài khoản ngân hàng"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     e="Bank Account No."&gt;&lt;/header&gt;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&lt;/field&gt;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&lt;/fields&gt;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&lt;views&gt;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&lt;view id="Dir"&gt;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&lt;item value="120, 30, 70, 100, 100, 100, 30"/&gt;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&lt;item value="1100010: [so_tk_nh].Label,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          [so_tk_nh], [so_tk_nh].Description"/&gt;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&lt;/view&gt;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&lt;/views&gt;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0020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Gen Add Column cho bảng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&lt;field&gt;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+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[field]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trong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&lt;views&gt;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Thêm vào Grid nếu cần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4.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Problems →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Alt+P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→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F5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Mặt nạ: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ô mới ·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kéo dài ·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trống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Thực hành tại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4 · Đọc và sửa source bằng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Tìm toàn bộ file của menu Phiếu nhập kho (gõ </a:t>
            </a:r>
            <a:r>
              <a:rPr sz="19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inctpnd.aspx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vào Search của File Lookup).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Thêm field “Số tài khoản ngân hàng” vào Danh mục bộ phận trên site thử, kiểm Problems, Alt+P, chạy F5.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Dùng Lịch sử file (</a:t>
            </a:r>
            <a:r>
              <a:rPr sz="19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Ctrl+Shift+H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) khôi phục bản trước khi sửa.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9144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489703"/>
            <a:ext cx="106070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Mẹo: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Trên database: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Sổ bài tập thực hành — Buổi 4 (FBOSP2422_App / _Sys, chạy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00_TaoDuLieuMau.sql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trước).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257800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312664"/>
            <a:ext cx="106070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Segoe UI"/>
                <a:ea typeface="Segoe UI"/>
                <a:cs typeface="Segoe UI"/>
              </a:rPr>
              <a:t>Bài tập: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Về nhà: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Chọn 1 màn hình chứng từ, ghi lại: bảng master / detail, lưới chi tiết, các command Inserting / Updating và entity include quan trọng.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Tự kiểm 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4 · Đọc và sửa source bằng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Làm sao biết file thiếu entity / include?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F12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và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Ctrl+F12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trong Viewer khác nhau thế nào?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Thêm field xong vẫn không hiện trên form — thiếu gì?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4.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Viewer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Ctrl+Enter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mặc định có ghi dữ liệu không?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