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Buổi 4: Đọc và sửa source bằng Bcode (Trung cấp, 3 giờ).</a:t>
            </a:r>
          </a:p>
          <a:p>
            <a:r>
              <a:t>Chuẩn bị: Dự án thử đã khai Source Path; đã khai đường dẫn tới BcodeViewer.</a:t>
            </a:r>
          </a:p>
          <a:p>
            <a:r>
              <a:t>Nhắc lại bài tập về nhà của buổi trước trước khi vào nội dung mới (5–10 phút).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Mục tiêu:</a:t>
            </a:r>
          </a:p>
          <a:p>
            <a:r>
              <a:t>- Tìm đủ file của một menu bằng WCommand / File Lookup</a:t>
            </a:r>
          </a:p>
          <a:p>
            <a:r>
              <a:t>- Đọc controller: entity, fields, views, commands</a:t>
            </a:r>
          </a:p>
          <a:p>
            <a:r>
              <a:t>- Sửa file bằng BcodeViewer, xem lỗi ở Problems, xem trước form, chạy SQL trong file</a:t>
            </a:r>
          </a:p>
          <a:p>
            <a:r>
              <a:t>- Lấy lại bản chuẩn bằng Cấp source</a:t>
            </a:r>
          </a:p>
          <a:p>
            <a:r>
              <a:t>Lịch trình:</a:t>
            </a:r>
          </a:p>
          <a:p>
            <a:r>
              <a:t>1. Cây WCommand: lọc, chạy menu, thêm / sửa menu (30')</a:t>
            </a:r>
          </a:p>
          <a:p>
            <a:r>
              <a:t>2. File Lookup: cây file theo menu, file tô đỏ, SearchBox, File Reference (40')</a:t>
            </a:r>
          </a:p>
          <a:p>
            <a:r>
              <a:t>3. BcodeViewer: gợi ý, F12, Problems, Alt+P, Ctrl+Enter, lịch sử (50')</a:t>
            </a:r>
          </a:p>
          <a:p>
            <a:r>
              <a:t>4. Thêm một field vào form (30')</a:t>
            </a:r>
          </a:p>
          <a:p>
            <a:r>
              <a:t>5. Thực hành (30')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Mọi yêu cầu sửa màn hình đều đi qua 5 bước. Buổi này học bước 1 đến 3: tìm đúng file, bảng, procedure bằng WCommand và File Lookup; sửa bằng BcodeViewer (và SQL Query); thử bằng Ctrl+F5 / Ctrl+4 trên cây WCommand hoặc F5 trong BcodeViewer. Bước 4 và 5 (đóng gói, triển khai) học ở buổi 10.</a:t>
            </a:r>
          </a:p>
          <a:p>
            <a:r>
              <a:t>Trước khi sửa phải biết chắc file nào đang thực sự chạy (.f hay .xml) và giữ lại bản cũ — BcodeViewer tự ghi lịch sử mỗi lần lưu.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Cây WCommand (Ctrl+Shift+W) đọc dữ liệu từ hai bảng wcommand và command. Gõ để lọc theo tên, ID hoặc link; ô (C) dùng để chỉ hiện các menu customize.</a:t>
            </a:r>
          </a:p>
          <a:p>
            <a:r>
              <a:t>Double-click một menu → mở tab File Lookup liệt kê toàn bộ file của menu đó: trang Main, Dir, Grid, Filter, Lookup, Report, file include, mẫu rpt/xlsx. Bấm F4 để mở thêm một File Lookup nữa, tiện so sánh.</a:t>
            </a:r>
          </a:p>
          <a:p>
            <a:r>
              <a:t>Trong File Lookup: gõ đúng tên trang aspx vào ô Search sẽ ra toàn bộ file của menu dùng trang đó. File bị tô đỏ là thiếu entity hoặc file include. Chọn một file để xem trước nội dung; bấm Edit in BcodeViewer để sửa.</a:t>
            </a:r>
          </a:p>
          <a:p>
            <a:r>
              <a:t>Cấp source: chọn file .f → bấm nhãn Source &lt;phiên bản&gt; để xem bản chuẩn trong kho source, bấm Cấp source để chép bản chuẩn đó vào dự án.</a:t>
            </a:r>
          </a:p>
          <a:p>
            <a:r>
              <a:t>Trên cây WCommand còn có: Ctrl+F5 chạy menu, Ctrl+4 chạy menu trong FSG FBO, Insert / F3 / F8 để thêm / sửa / xoá menu, F12 Gen Script Menu.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Đầu mỗi controller là khối DOCTYPE dùng để khai báo entity.</a:t>
            </a:r>
          </a:p>
          <a:p>
            <a:r>
              <a:t>Entity giống hằng số hoặc lệnh #include: &amp;k; được thay bằng chữ ma_bp; ENTITY ... SYSTEM "file" nhúng nguyên nội dung một file vào; entity có dấu % là entity tham số, dùng để nạp cả một bộ entity khai trong file .ent.</a:t>
            </a:r>
          </a:p>
          <a:p>
            <a:r>
              <a:t>Nếu file include bị thiếu thì controller sẽ lỗi khi chạy. Trong Bcode, File Lookup tô đỏ file bị thiếu entity; BcodeViewer báo lỗi này trong bảng Problems.</a:t>
            </a:r>
          </a:p>
          <a:p>
            <a:r>
              <a:t>Phím cần nhớ trong BcodeViewer: đặt con trỏ trên &amp;Entity; rồi bấm F12 để xem nội dung, Ctrl+F12 để mở file khai báo entity đó.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BcodeViewer là trình soạn thảo FCode dựng trên Monaco (lõi của VS Code), hiểu cả XML, SQL và JavaScript nhúng trong file.</a:t>
            </a:r>
          </a:p>
          <a:p>
            <a:r>
              <a:t>Mở file: từ Bcode bấm Edit in BcodeViewer, hoặc bấm Ctrl+P ngay trong Viewer. Lưu bằng Ctrl+S — mỗi lần lưu Viewer ghi lại lịch sử (lịch sử trên máy này và lịch sử chung của dự án, nhờ đó biết ai đã sửa gì).</a:t>
            </a:r>
          </a:p>
          <a:p>
            <a:r>
              <a:t>Gợi ý code: gõ f.ma_kh rồi Enter để chèn sẵn một khối field có header và AutoComplete.</a:t>
            </a:r>
          </a:p>
          <a:p>
            <a:r>
              <a:t>F12 xem nội dung entity, Ctrl+F12 mở nơi khai báo, Shift+F12 tìm các nơi đang dùng, Ctrl+G để Go to.</a:t>
            </a:r>
          </a:p>
          <a:p>
            <a:r>
              <a:t>Ctrl+Shift+M mở bảng Problems — bảng này phải sạch lỗi trước khi đóng gói.</a:t>
            </a:r>
          </a:p>
          <a:p>
            <a:r>
              <a:t>Alt+P xem trước giao diện form Dir; bấm vào một ô trên form để nhảy tới đoạn code tương ứng.</a:t>
            </a:r>
          </a:p>
          <a:p>
            <a:r>
              <a:t>Ctrl+Enter chạy đoạn SQL trong command — mặc định chạy thử rồi rollback. F5 lưu file rồi mở menu trên trình duyệt.</a:t>
            </a:r>
          </a:p>
          <a:p>
            <a:r>
              <a:t>Ví dụ thêm field: thêm cột vào bảng (Gen Add Column), thêm &lt;field&gt; vào &lt;fields&gt;, thêm [field] vào một dòng &lt;item value&gt; trong &lt;views&gt;, kiểm tra Problems, Alt+P, F5.</a:t>
            </a:r>
          </a:p>
          <a:p>
            <a:r>
              <a:t>Viewer kiểm tra file mỗi 4 giây; nếu người khác vừa sửa file thì hiện thanh thông báo — hãy xem phần khác biệt trước khi lưu đè.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bước thêm một field vào một danh mục có sẵn.</a:t>
            </a:r>
          </a:p>
          <a:p>
            <a:r>
              <a:t>1. Thêm cột vào bảng: tab Table → Structure → Gen Add Column, đọc lại script rồi chạy.</a:t>
            </a:r>
          </a:p>
          <a:p>
            <a:r>
              <a:t>2. Trong file Dir: thêm thẻ &lt;field&gt; vào &lt;fields&gt;, rồi thêm [ten_field] vào một dòng &lt;item value&gt; trong &lt;views&gt;. Dòng đầu tiên &lt;item value="120, 30, ..."&gt; là độ rộng các cột của lưới bố cục form. Mặt nạ 1100010: mỗi chữ 1 mở một ô mới, các chữ 0 liền sau kéo dài ô đó sang cột kế tiếp, dấu - là cột để trống; biến thứ n trong dòng ứng với chữ 1 thứ n trong mặt nạ.</a:t>
            </a:r>
          </a:p>
          <a:p>
            <a:r>
              <a:t>3. Muốn field hiện cả ở màn hình danh sách: thêm field vào file Grid và vào &lt;view id="Grid"&gt;.</a:t>
            </a:r>
          </a:p>
          <a:p>
            <a:r>
              <a:t>4. Bấm Ctrl+Shift+M kiểm tra không còn lỗi → Alt+P xem trước form → F5 mở trên web để thử.</a:t>
            </a:r>
          </a:p>
          <a:p>
            <a:r>
              <a:t>Mẹo: rê chuột lên một biến trong dòng item, Viewer sẽ cho biết biến đó chiếm vị trí nào trong mặt nạ.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Học viên làm trên dự án thử, người hướng dẫn đi kiểm từng máy. Ai xong sớm làm luôn bài tập về nhà.</a:t>
            </a:r>
          </a:p>
          <a:p>
            <a:r>
              <a:t>Bài tập về nhà: Chọn 1 màn hình chứng từ, ghi lại: bảng master / detail, lưới chi tiết, các command Inserting / Updating và các entity include quan trọng.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Hỏi nhanh cả lớp; đáp án:</a:t>
            </a:r>
          </a:p>
          <a:p>
            <a:r>
              <a:t>1. File Lookup tô đỏ file đó; BcodeViewer báo lỗi trong Problems (Ctrl+Shift+M).</a:t>
            </a:r>
          </a:p>
          <a:p>
            <a:r>
              <a:t>2. F12 xem nhanh (peek) entity / file; Ctrl+F12 mở nơi khai báo.</a:t>
            </a:r>
          </a:p>
          <a:p>
            <a:r>
              <a:t>3. Chưa thêm [field] vào dòng &lt;item value=…&gt; trong &lt;views&gt;.</a:t>
            </a:r>
          </a:p>
          <a:p>
            <a:r>
              <a:t>4. Không. Lệnh được chạy thử trong transaction rồi rollback.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73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1280160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BUỔI 4 / 10  ·  TRUNG CẤP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6E4F0"/>
                </a:solidFill>
                <a:latin typeface="Segoe UI"/>
                <a:ea typeface="Segoe UI"/>
                <a:cs typeface="Segoe UI"/>
              </a:rPr>
              <a:t>FastBusiness Online &amp;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1078992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Đọc và sửa source bằng Bcode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7607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CADB"/>
                </a:solidFill>
                <a:latin typeface="Segoe UI"/>
                <a:ea typeface="Segoe UI"/>
                <a:cs typeface="Segoe UI"/>
              </a:rPr>
              <a:t>Thời lượng 3 giờ · tài liệu chi tiết: DaoTao_Fast_Bcode.docx — Buổi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Mục tiêu và lịch trình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4 · Đọc và sửa source bằng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Học xong buổi này, bạn: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Tìm đủ file của một menu bằng WCommand / File Lookup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Đọc controller: entity, fields, views, commands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Sửa file bằng BcodeViewer, xem lỗi ở Problems, xem trước form, chạy SQL trong file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Lấy lại bản chuẩn bằng Cấp source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1371600"/>
          <a:ext cx="5486400" cy="3017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7200"/>
                <a:gridCol w="402336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Nội dung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Thời gian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Cây WCommand: lọc, chạy menu, thêm / sửa menu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File Lookup: cây file theo menu, file tô đỏ, SearchBox, File Reference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BcodeViewer: gợi ý, F12, Problems, Alt+P, Ctrl+Enter, lịch sử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50'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Thêm một field vào form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Thực hành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5623560"/>
            <a:ext cx="109270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91440" cy="64008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5678424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Lưu ý: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Chuẩn bị: Dự án thử đã khai Source Path; đã khai đường dẫn tới BcodeViewer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Quy trình sửa một yêu cầu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4 · Đọc và sửa source bằng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1. Tìm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WCommand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File Lookup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27985" y="257860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84017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7169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2. Sửa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7169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BcodeViewer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SQL Query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71923" y="257860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7955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01107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3. Thử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1107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Ctrl+F5 / Ctrl+4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F5 trong Viewer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15860" y="257860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71892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45044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4. Đóng gói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45044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Note (New)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Buổi 10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59798" y="257860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15830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88982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5. Triển khai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88982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Checklist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Buổi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Không sửa thẳng trên site của khách khi chưa thử trên site và database thử.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Trước khi sửa: biết chắc file nào đang chạy (</a:t>
            </a:r>
            <a:r>
              <a:rPr sz="17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.f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hay </a:t>
            </a:r>
            <a:r>
              <a:rPr sz="17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.xml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), giữ bản cũ (Viewer tự ghi lịch sử).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WCommand + File Lookup — tìm source của menu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4 · Đọc và sửa source bằng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pic>
        <p:nvPicPr>
          <p:cNvPr id="7" name="Picture 6" descr="bcode-file-loo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7990"/>
            <a:ext cx="7589520" cy="4293499"/>
          </a:xfrm>
          <a:prstGeom prst="rect">
            <a:avLst/>
          </a:prstGeom>
          <a:ln w="12700">
            <a:solidFill>
              <a:srgbClr val="C8D1D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366760" y="132588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WCommand: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double-click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menu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F4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mở File Lookup thứ hai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Search tên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.aspx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→ đủ file của menu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File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đỏ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là thiếu entity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Edit in BcodeViewer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Cấp source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lấy bản chuẩn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Ctrl+F5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/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Ctrl+4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chạy menu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File Lookup của menu “Hóa đơn bán hàng” — cây file theo menu, xem trước, Edit in BcodeViewer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Entity — biến và file nhúng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4 · Đọc và sửa source bằng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6949440" cy="3214877"/>
          </a:xfrm>
          <a:prstGeom prst="roundRect">
            <a:avLst>
              <a:gd name="adj" fmla="val 3000"/>
            </a:avLst>
          </a:prstGeom>
          <a:solidFill>
            <a:srgbClr val="1E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73352"/>
            <a:ext cx="6583679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9AA8B8"/>
                </a:solidFill>
                <a:latin typeface="Segoe UI"/>
                <a:ea typeface="Segoe UI"/>
                <a:cs typeface="Segoe UI"/>
              </a:rPr>
              <a:t>Dir\Department.f (rút gọn)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84248"/>
            <a:ext cx="6629400" cy="418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&lt;!DOCTYPE dir [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&lt;!ENTITY k "ma_bp"&gt;                    </a:t>
            </a:r>
            <a:r>
              <a:rPr sz="150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&lt;!-- dùng: &amp;k; --&gt;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&lt;!ENTITY Tag "dmbp"&gt;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&lt;!ENTITY ScriptIrregular SYSTEM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 "..\Include\Javascript\Irregular.txt"&gt;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&lt;!ENTITY % ListEditLog SYSTEM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 "..\Include\ListEditLog.ent"&gt;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%ListEditLog;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]&gt;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&lt;dir table="dmbp" code="ma_bp" order="ma_bp"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 xmlns="urn:schemas-fast-com:data-dir"&gt;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600200"/>
            <a:ext cx="3749039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&amp;Ten;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→ thay bằng nội dung entity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SYSTEM "file"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→ nhúng cả file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%Ten;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→ nạp bộ entity trong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.ent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Thiếu file include → controller lỗi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Viewer: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F12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xem nội dung ·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Ctrl+F12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mở 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BcodeViewer — sửa file controller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4 · Đọc và sửa source bằng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pic>
        <p:nvPicPr>
          <p:cNvPr id="7" name="Picture 6" descr="viewer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64273"/>
            <a:ext cx="7589520" cy="4260973"/>
          </a:xfrm>
          <a:prstGeom prst="rect">
            <a:avLst/>
          </a:prstGeom>
          <a:ln w="12700">
            <a:solidFill>
              <a:srgbClr val="C8D1D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366760" y="132588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f.ma_kh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+ Enter → chèn khối field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F12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/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Ctrl+F12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xem entity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Ctrl+Shift+M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bảng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Problems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Alt+P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xem trước form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Ctrl+Enter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chạy SQL (rollback)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F5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lưu và mở menu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Ctrl+Shift+H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lịch sử file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Thêm một field vào 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4 · Đọc và sửa source bằng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6949440" cy="3707511"/>
          </a:xfrm>
          <a:prstGeom prst="roundRect">
            <a:avLst>
              <a:gd name="adj" fmla="val 3000"/>
            </a:avLst>
          </a:prstGeom>
          <a:solidFill>
            <a:srgbClr val="1E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09928"/>
            <a:ext cx="6629400" cy="44622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&lt;fields&gt;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&lt;field name="so_tk_nh"&gt;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&lt;header v="Số tài khoản ngân hàng"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        e="Bank Account No."&gt;&lt;/header&gt;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&lt;/field&gt;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&lt;/fields&gt;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&lt;views&gt;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&lt;view id="Dir"&gt;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&lt;item value="120, 30, 70, 100, 100, 100, 30"/&gt;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&lt;item value="1100010: [so_tk_nh].Label,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             [so_tk_nh], [so_tk_nh].Description"/&gt;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&lt;/view&gt;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&lt;/views&gt;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600200"/>
            <a:ext cx="3749039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Gen Add Column cho bảng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&lt;field&gt;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+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[field]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trong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&lt;views&gt;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3.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Thêm vào Grid nếu cần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4.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Problems →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Alt+P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→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F5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Mặt nạ: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mở ô mới ·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kéo dài ô ·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cột trống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Thực hành tại lớp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4 · Đọc và sửa source bằng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Tìm toàn bộ file của menu Phiếu nhập kho (gõ </a:t>
            </a:r>
            <a:r>
              <a:rPr sz="19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inctpnd.aspx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vào Search của File Lookup).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Thêm field “Số tài khoản ngân hàng” vào Danh mục bộ phận trên site thử, xem Problems, xem trước bằng Alt+P, rồi chạy F5.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3.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Dùng Lịch sử file (</a:t>
            </a:r>
            <a:r>
              <a:rPr sz="19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Ctrl+Shift+H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) để khôi phục bản trước khi sửa.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109270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434840"/>
            <a:ext cx="91440" cy="6858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4489703"/>
            <a:ext cx="1060704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Segoe UI"/>
                <a:ea typeface="Segoe UI"/>
                <a:cs typeface="Segoe UI"/>
              </a:rPr>
              <a:t>Mẹo: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Trên database: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Sổ bài tập thực hành — Buổi 4 (FBOSP2422_App / _Sys, chạy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00_TaoDuLieuMau.sql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trước).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57800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5257800"/>
            <a:ext cx="91440" cy="9144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5312664"/>
            <a:ext cx="1060704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27AE60"/>
                </a:solidFill>
                <a:latin typeface="Segoe UI"/>
                <a:ea typeface="Segoe UI"/>
                <a:cs typeface="Segoe UI"/>
              </a:rPr>
              <a:t>Bài tập: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Về nhà: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Chọn 1 màn hình chứng từ, ghi lại: bảng master / detail, lưới chi tiết, các command Inserting / Updating và các entity include quan trọng.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Tự kiểm tra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4 · Đọc và sửa source bằng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Làm sao biết file thiếu entity / include?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0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F12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và </a:t>
            </a:r>
            <a:r>
              <a:rPr sz="20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Ctrl+F12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trong Viewer khác nhau thế nào?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3.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Thêm field xong vẫn không hiện trên form — thiếu gì?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4.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0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Ctrl+Enter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trong Viewer mặc định có ghi dữ liệu không?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