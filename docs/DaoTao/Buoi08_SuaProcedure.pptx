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Buổi 8: Chỉnh sửa procedure (Nâng cao, 3 giờ).</a:t>
            </a:r>
          </a:p>
          <a:p>
            <a:r>
              <a:t>Chuẩn bị: Dự án thử; bản sao database để so sánh.</a:t>
            </a:r>
          </a:p>
          <a:p>
            <a:r>
              <a:t>Nhắc lại bài tập về nhà của buổi trước trước khi vào nội dung mới (5–10 phút).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Mục tiêu:</a:t>
            </a:r>
          </a:p>
          <a:p>
            <a:r>
              <a:t>- Làm đúng quy trình sửa procedure 8 bước</a:t>
            </a:r>
          </a:p>
          <a:p>
            <a:r>
              <a:t>- Hiểu macro FCode và tham số procedure</a:t>
            </a:r>
          </a:p>
          <a:p>
            <a:r>
              <a:t>- Biết các hàm / procedure hệ thống Fast hay gặp</a:t>
            </a:r>
          </a:p>
          <a:p>
            <a:r>
              <a:t>- Tránh lỗi NULL, chia 0, collation, ngày, transaction, quyền</a:t>
            </a:r>
          </a:p>
          <a:p>
            <a:r>
              <a:t>Lịch trình:</a:t>
            </a:r>
          </a:p>
          <a:p>
            <a:r>
              <a:t>1. Quy trình 8 bước, ALTER, sao lưu, rollback (40')</a:t>
            </a:r>
          </a:p>
          <a:p>
            <a:r>
              <a:t>2. Macro FCode, @@language, OldValue (30')</a:t>
            </a:r>
          </a:p>
          <a:p>
            <a:r>
              <a:t>3. Hàm hệ thống, tiền tố procedure (30')</a:t>
            </a:r>
          </a:p>
          <a:p>
            <a:r>
              <a:t>4. Lỗi thường gặp, TRY / CATCH (40')</a:t>
            </a:r>
          </a:p>
          <a:p>
            <a:r>
              <a:t>5. Thực hành (40')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Tám bước. 1: tìm đúng procedure — từ menu xem command Processing của Filter, hoặc bật Profiler, hoặc Lookup theo nội dung. 2: Ai đang dùng — xem procedure khác và controller nào gọi. 3: mở dạng ALTER, lưu nguyên văn bản cũ ra file, đó chính là script rollback; Bcode cũng tự lưu BASELINE trong Lịch sử sửa procedure. 4: sửa trên database thử bằng ALTER. 5: test với tham số thật copy từ Profiler; procedure có ghi dữ liệu thì bọc BEGIN TRAN ... ROLLBACK; dùng Debug từng bước nếu cần. 6: So sánh object giữa bản dev và bản khách. 7: đưa vào SQL Object của yêu cầu, kèm script rollback. 8: triển khai, kiểm tra màn hình, theo dõi.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Trong command của controller, Fast thay các macro @@ trước khi gửi xuống SQL. Số lần đếm trên source FBO mẫu để thấy cái nào hay gặp nhất.</a:t>
            </a:r>
          </a:p>
          <a:p>
            <a:r>
              <a:t>@@table là bảng của controller; @@userID, @@admin; @@language là 'v' hoặc 'e'; @@sysDatabaseName để gọi bảng Sys từ App.</a:t>
            </a:r>
          </a:p>
          <a:p>
            <a:r>
              <a:t>@ma_bp là giá trị mới của field trên form, $ma_bp.OldValue là giá trị cũ — dùng khi người dùng đổi mã khoá: kiểm tra bản ghi cũ còn tồn tại, cập nhật bảng chi tiết theo mã cũ.</a:t>
            </a:r>
          </a:p>
          <a:p>
            <a:r>
              <a:t>Quan trọng: copy command sang SSMS / SQL Query thì macro không chạy — phải thay bằng giá trị. Ctrl+Enter trong BcodeViewer sẽ hỏi giá trị macro.</a:t>
            </a:r>
          </a:p>
          <a:p>
            <a:r>
              <a:t>Trong procedure, các giá trị này truyền vào bằng tham số @Language, @UserID, @Admin, @Unit.</a:t>
            </a:r>
          </a:p>
          <a:p>
            <a:r>
              <a:t>Lưu ý: procedure có chỗ so @Language = 'V' hoa, controller so 'v' thường — collation không phân biệt hoa thường thì như nhau, nhưng đừng giả định.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Các hàm / procedure hệ thống hay gặp nhất trong controller FBO mẫu: GetAuthorize (352 lần), ReadCurrency (347), CheckSQLInjection, Split, Voucher$Finding, Partition$Execute, UpdateIdentityNumber / UpdateLineNumber, GetUnitFilter, GetCheckKey, FormatStringValue.</a:t>
            </a:r>
          </a:p>
          <a:p>
            <a:r>
              <a:t>Ý nghĩa ghi trên slide suy từ tên và cách gọi — trước khi dùng, F12 để xem code và tham số thật.</a:t>
            </a:r>
          </a:p>
          <a:p>
            <a:r>
              <a:t>Tiền tố tên procedure quan sát được: rs_ cho báo cáo, phiếu in (nhiều nhất); fs_ xử lý / chuyển số liệu; bs_ tác vụ nền, thông báo; cs_ hợp nhất; hs_ nhân sự; z... là đối tượng tự thêm cho dự án. Đây là quy ước quan sát được, không phải quy định chính thức.</a:t>
            </a:r>
          </a:p>
          <a:p>
            <a:r>
              <a:t>Tìm procedure: Lookup (Ctrl+Shift+L), Ctrl+P gõ #tên, cây SQL Object; trong source dùng File Reference hoặc Ctrl+Shift+F của BcodeViewer.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Đi qua từng lỗi.</a:t>
            </a:r>
          </a:p>
          <a:p>
            <a:r>
              <a:t>NULL: cộng chuỗi / số với NULL ra NULL; NOT IN với danh sách có NULL ra rỗng. SET ANSI_NULLS OFF viết trong thân procedure không có tác dụng (lấy theo lúc CREATE / ALTER), nên luôn viết rõ IS NULL / ISNULL khi so sánh NULL.</a:t>
            </a:r>
          </a:p>
          <a:p>
            <a:r>
              <a:t>Chia 0: dùng NULLIF.</a:t>
            </a:r>
          </a:p>
          <a:p>
            <a:r>
              <a:t>Collation: JOIN bảng tạm với bảng thật báo xung đột collation vì tempdb khác collation — thêm COLLATE DATABASE_DEFAULT hoặc tạo bảng tạm bằng SELECT TOP 0 INTO từ bảng thật.</a:t>
            </a:r>
          </a:p>
          <a:p>
            <a:r>
              <a:t>Ngày: dùng yyyymmdd; smalldatetime chỉ tới 2079.</a:t>
            </a:r>
          </a:p>
          <a:p>
            <a:r>
              <a:t>SET NOCOUNT ON: thiếu nó màn hình / Excel có thể đọc sai bảng kết quả.</a:t>
            </a:r>
          </a:p>
          <a:p>
            <a:r>
              <a:t>Transaction lồng: ROLLBACK ở procedure con huỷ cả transaction ngoài. Dùng TRY/CATCH, kiểm tra @@TRANCOUNT, SET XACT_ABORT ON.</a:t>
            </a:r>
          </a:p>
          <a:p>
            <a:r>
              <a:t>Quyền: DROP rồi CREATE làm mất GRANT — dùng ALTER.</a:t>
            </a:r>
          </a:p>
          <a:p>
            <a:r>
              <a:t>SQL động: nhân đôi dấu nháy hoặc dùng sp_executesql có tham số; Fast có hàm CheckSQLInjection.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Học viên làm trên dự án thử, người hướng dẫn đi kiểm từng máy. Ai xong sớm làm luôn bài tập về nhà.</a:t>
            </a:r>
          </a:p>
          <a:p>
            <a:r>
              <a:t>Bài tập về nhà: Viết script triển khai + script rollback cho procedure đã sửa, đưa vào Note (New).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Hỏi nhanh cả lớp; đáp án:</a:t>
            </a:r>
          </a:p>
          <a:p>
            <a:r>
              <a:t>1. DROP làm mất quyền (GRANT) đã cấp cho procedure.</a:t>
            </a:r>
          </a:p>
          <a:p>
            <a:r>
              <a:t>2. Khi người dùng đổi mã khoá — lấy giá trị cũ để kiểm tra / cập nhật.</a:t>
            </a:r>
          </a:p>
          <a:p>
            <a:r>
              <a:t>3. Không — macro do Fast thay trước khi chạy; phải thay bằng giá trị.</a:t>
            </a:r>
          </a:p>
          <a:p>
            <a:r>
              <a:t>4. COLLATE DATABASE_DEFAULT hoặc tạo #temp bằng SELECT TOP 0 … INTO từ bảng thật.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173D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331720"/>
            <a:ext cx="1280160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97280"/>
            <a:ext cx="100584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BUỔI 8 / 10  ·  NÂNG 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789920" cy="9144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6E4F0"/>
                </a:solidFill>
                <a:latin typeface="Segoe UI"/>
                <a:ea typeface="Segoe UI"/>
                <a:cs typeface="Segoe UI"/>
              </a:rPr>
              <a:t>FastBusiness Online &amp; Bcode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06040"/>
            <a:ext cx="10789920" cy="21945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Chỉnh sửa procedure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576072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B8CADB"/>
                </a:solidFill>
                <a:latin typeface="Segoe UI"/>
                <a:ea typeface="Segoe UI"/>
                <a:cs typeface="Segoe UI"/>
              </a:rPr>
              <a:t>Thời lượng 3 giờ · tài liệu chi tiết: DaoTao_Fast_Bcode.docx — Buổi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Mục tiêu và lịch trình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8 · Chỉnh sửa procedure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8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Học xong buổi này, bạn: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Làm đúng quy trình sửa procedure 8 bước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Hiểu macro FCode và tham số procedure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Biết các hàm / procedure hệ thống Fast hay gặp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Tránh lỗi NULL, chia 0, collation, ngày, transaction, quyền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126480" y="1371600"/>
          <a:ext cx="5486400" cy="3017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7200"/>
                <a:gridCol w="4023360"/>
                <a:gridCol w="10058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/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Nội dung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Thời gian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Quy trình 8 bước, ALTER, sao lưu, rollback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40'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Macro FCode, @@language, OldValue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30'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Hàm hệ thống, tiền tố procedure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30'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4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Lỗi thường gặp, TRY / CATCH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40'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5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Thực hành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40'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40080" y="5623560"/>
            <a:ext cx="109270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5623560"/>
            <a:ext cx="91440" cy="64008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5678424"/>
            <a:ext cx="106070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Lưu ý: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Chuẩn bị: Dự án thử; bản sao database để so sánh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Quy trình sửa procedure an toàn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8 · Chỉnh sửa procedure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828800"/>
            <a:ext cx="1109853" cy="164592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1" y="1920240"/>
            <a:ext cx="963549" cy="7406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1. Tìm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1" y="2651760"/>
            <a:ext cx="963549" cy="790041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Filter Processing</a:t>
            </a:r>
          </a:p>
          <a:p>
            <a:pPr algn="ctr"/>
            <a:r>
              <a:rPr sz="11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Profiler, Lookup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786509" y="253288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42540" y="1828800"/>
            <a:ext cx="1109853" cy="164592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15693" y="1920240"/>
            <a:ext cx="963549" cy="7406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2. Phụ thuộc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5693" y="2651760"/>
            <a:ext cx="963549" cy="790041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Ai đang dùng</a:t>
            </a:r>
          </a:p>
          <a:p>
            <a:pPr algn="ctr"/>
            <a:r>
              <a:rPr sz="11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Ctrl+Alt+U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188970" y="253288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45002" y="1828800"/>
            <a:ext cx="1109853" cy="164592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18154" y="1920240"/>
            <a:ext cx="963549" cy="7406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3. Sao lưu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18154" y="2651760"/>
            <a:ext cx="963549" cy="790041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Mở dạng ALTER</a:t>
            </a:r>
          </a:p>
          <a:p>
            <a:pPr algn="ctr"/>
            <a:r>
              <a:rPr sz="11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lưu bản cũ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591431" y="253288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47463" y="1828800"/>
            <a:ext cx="1109853" cy="164592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20615" y="1920240"/>
            <a:ext cx="963549" cy="7406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4. Sửa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20615" y="2651760"/>
            <a:ext cx="963549" cy="790041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ALTER trên</a:t>
            </a:r>
          </a:p>
          <a:p>
            <a:pPr algn="ctr"/>
            <a:r>
              <a:rPr sz="11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DB thử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5993892" y="253288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49924" y="1828800"/>
            <a:ext cx="1109853" cy="164592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3076" y="1920240"/>
            <a:ext cx="963549" cy="7406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5.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23076" y="2651760"/>
            <a:ext cx="963549" cy="790041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exec thật,</a:t>
            </a:r>
          </a:p>
          <a:p>
            <a:pPr algn="ctr"/>
            <a:r>
              <a:rPr sz="11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rồi ROLLBACK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396352" y="253288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652384" y="1828800"/>
            <a:ext cx="1109853" cy="164592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25536" y="1920240"/>
            <a:ext cx="963549" cy="7406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6. So sánh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5536" y="2651760"/>
            <a:ext cx="963549" cy="790041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So sánh object</a:t>
            </a:r>
          </a:p>
          <a:p>
            <a:pPr algn="ctr"/>
            <a:r>
              <a:rPr sz="11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Ctrl+Shift+J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8798813" y="253288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54846" y="1828800"/>
            <a:ext cx="1109853" cy="164592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27998" y="1920240"/>
            <a:ext cx="963549" cy="7406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7. Đóng gói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27998" y="2651760"/>
            <a:ext cx="963549" cy="790041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SQL Object</a:t>
            </a:r>
          </a:p>
          <a:p>
            <a:pPr algn="ctr"/>
            <a:r>
              <a:rPr sz="11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+ rollback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0201274" y="2532888"/>
            <a:ext cx="219456" cy="237744"/>
          </a:xfrm>
          <a:prstGeom prst="rightArrow">
            <a:avLst/>
          </a:prstGeom>
          <a:solidFill>
            <a:srgbClr val="F2B7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457307" y="1828800"/>
            <a:ext cx="1109853" cy="164592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30459" y="1920240"/>
            <a:ext cx="963549" cy="740664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8. Theo dõi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30459" y="2651760"/>
            <a:ext cx="963549" cy="790041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/>
            <a:r>
              <a:rPr sz="11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kiểm tra</a:t>
            </a:r>
          </a:p>
          <a:p>
            <a:pPr algn="ctr"/>
            <a:r>
              <a:rPr sz="1100" b="0" i="0">
                <a:solidFill>
                  <a:srgbClr val="E3ECF5"/>
                </a:solidFill>
                <a:latin typeface="Segoe UI"/>
                <a:ea typeface="Segoe UI"/>
                <a:cs typeface="Segoe UI"/>
              </a:rPr>
              <a:t>trên web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3977639"/>
            <a:ext cx="10881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Dùng </a:t>
            </a:r>
            <a:r>
              <a:rPr sz="17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ALTER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tránh DROP + CREATE (mất </a:t>
            </a:r>
            <a:r>
              <a:rPr sz="17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GRANT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).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Không sửa procedure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FastBusiness$…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chuẩn — viết bản riêng </a:t>
            </a:r>
            <a:r>
              <a:rPr sz="16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z…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và gọi từ controller.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17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Procedure mã hoá (WITH ENCRYPTION) không xem / đóng gói được.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Macro FCode và biến trong controller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8 · Chỉnh sửa procedure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00200"/>
          <a:ext cx="1088136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206240"/>
                <a:gridCol w="5120640"/>
                <a:gridCol w="15544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Cú pháp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Ý nghĩa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≈ lần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@@table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Bảng của controller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8.700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@@userID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·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@@admin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User đang đăng nhập · có quyền admin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4.100 · 2.250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@@language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'v'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tiếng Việt /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'e'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tiếng Anh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2.600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@@sysDatabaseName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Tên database Sys (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@@sysDatabaseName..wcommand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)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1.500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@@unit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·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@@id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·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@@inserting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…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Đơn vị · form · cờ đang thêm / sửa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@ma_bp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·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$ma_bp.OldValue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Giá trị </a:t>
                      </a:r>
                      <a:r>
                        <a:rPr sz="1500" b="1" i="0">
                          <a:solidFill>
                            <a:srgbClr val="1F4E79"/>
                          </a:solidFill>
                          <a:latin typeface="Segoe UI"/>
                          <a:ea typeface="Segoe UI"/>
                          <a:cs typeface="Segoe UI"/>
                        </a:rPr>
                        <a:t>mới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· giá trị </a:t>
                      </a:r>
                      <a:r>
                        <a:rPr sz="1500" b="1" i="0">
                          <a:solidFill>
                            <a:srgbClr val="1F4E79"/>
                          </a:solidFill>
                          <a:latin typeface="Segoe UI"/>
                          <a:ea typeface="Segoe UI"/>
                          <a:cs typeface="Segoe UI"/>
                        </a:rPr>
                        <a:t>cũ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của field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@$exists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·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ten_xx%l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Biến tự khai · tên theo ngôn ngữ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577840"/>
            <a:ext cx="1092708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577840"/>
            <a:ext cx="91440" cy="73152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5632703"/>
            <a:ext cx="10607040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Lưu ý: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Macro </a:t>
            </a:r>
            <a:r>
              <a:rPr sz="13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@@…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4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không chạy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khi copy sang SQL Query — thay bằng giá trị (Viewer </a:t>
            </a:r>
            <a:r>
              <a:rPr sz="13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Ctrl+Enter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sẽ hỏi). Trong procedure dùng tham số </a:t>
            </a:r>
            <a:r>
              <a:rPr sz="13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@Language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3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@UserID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, </a:t>
            </a:r>
            <a:r>
              <a:rPr sz="13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@Admin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Hàm hệ thống &amp; tiền tố procedure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8 · Chỉnh sửa procedure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00200"/>
          <a:ext cx="10881360" cy="3657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212080"/>
                <a:gridCol w="56692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Tên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Dùng để (suy từ cách gọi)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FastBusiness$System$GetAuthorize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Quyền của user trên controller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…$Function$System$ReadCurrency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Đọc số tiền bằng chữ (phiếu in)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…$Function$System$Split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Tách chuỗi theo dấu phẩy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FastBusiness$Partition$Execute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Chạy câu SQL trên các bảng kỳ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…$GetUnitFilter</a:t>
                      </a:r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· </a:t>
                      </a:r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…$GetCheckKey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Lọc đơn vị theo quyền · kiểm chuỗi </a:t>
                      </a:r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@Key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…$Function$FormatStringValue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Định dạng số thành chuỗi (tỷ giá)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rs_</a:t>
                      </a:r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· </a:t>
                      </a:r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fs_</a:t>
                      </a:r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· </a:t>
                      </a:r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bs_</a:t>
                      </a:r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· </a:t>
                      </a:r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cs_</a:t>
                      </a:r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· </a:t>
                      </a:r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hs_</a:t>
                      </a:r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· </a:t>
                      </a:r>
                      <a:r>
                        <a:rPr sz="13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z…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Báo cáo · xử lý · nền / thông báo · hợp nhất · nhân sự · tự thêm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" y="5532120"/>
            <a:ext cx="109270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532120"/>
            <a:ext cx="91440" cy="64008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5586983"/>
            <a:ext cx="10607040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400" b="1" i="0">
                <a:solidFill>
                  <a:srgbClr val="8E44AD"/>
                </a:solidFill>
                <a:latin typeface="Segoe UI"/>
                <a:ea typeface="Segoe UI"/>
                <a:cs typeface="Segoe UI"/>
              </a:rPr>
              <a:t>Cần kiểm tra ở dự án: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Ý nghĩa suy từ tên / cách gọi trong source mẫu. Trước khi dùng: </a:t>
            </a:r>
            <a:r>
              <a:rPr sz="14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F12</a:t>
            </a:r>
            <a:r>
              <a:rPr sz="14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xem code và tham số thật.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Lỗi thường gặp khi sửa procedure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8 · Chỉnh sửa procedure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600200"/>
          <a:ext cx="10881360" cy="4526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60320"/>
                <a:gridCol w="8321040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Lỗi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Segoe UI"/>
                          <a:ea typeface="Segoe UI"/>
                          <a:cs typeface="Segoe UI"/>
                        </a:rPr>
                        <a:t>Cách tránh</a:t>
                      </a:r>
                    </a:p>
                  </a:txBody>
                  <a:tcPr marL="73152" marR="73152" marT="36576" marB="36576" anchor="ctr">
                    <a:solidFill>
                      <a:srgbClr val="1F4E79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NULL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ISNULL(x, 0)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;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NOT EXISTS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thay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NOT IN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;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SET ANSI_NULLS OFF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trong thân proc </a:t>
                      </a:r>
                      <a:r>
                        <a:rPr sz="1500" b="1" i="0">
                          <a:solidFill>
                            <a:srgbClr val="1F4E79"/>
                          </a:solidFill>
                          <a:latin typeface="Segoe UI"/>
                          <a:ea typeface="Segoe UI"/>
                          <a:cs typeface="Segoe UI"/>
                        </a:rPr>
                        <a:t>không có tác dụng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Chia 0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x / NULLIF(y, 0)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Collation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COLLATE DATABASE_DEFAULT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khi JOIN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#temp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; tạo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#temp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bằng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TOP 0 … INTO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Ép kiểu ngày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'yyyymmdd'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,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CONVERT(…, 112)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;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smalldatetime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≤ 2079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SET NOCOUNT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SET NOCOUNT ON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đầu procedure — tránh lệch bảng kết quả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Transaction lồng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@@TRANCOUNT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;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TRY / CATCH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+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IF @@TRANCOUNT &gt; 0 ROLLBACK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;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XACT_ABORT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Quyền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ALTER thay DROP/CREATE; tạo mới thì GRANT lại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SQL động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REPLACE(@x, '''', '''''')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; </a:t>
                      </a:r>
                      <a:r>
                        <a:rPr sz="1400" b="0" i="0">
                          <a:solidFill>
                            <a:srgbClr val="B02A2A"/>
                          </a:solidFill>
                          <a:latin typeface="Consolas"/>
                          <a:ea typeface="Consolas"/>
                          <a:cs typeface="Consolas"/>
                        </a:rPr>
                        <a:t>sp_executesql</a:t>
                      </a:r>
                      <a:r>
                        <a:rPr sz="1500" b="0" i="0">
                          <a:solidFill>
                            <a:srgbClr val="263238"/>
                          </a:solidFill>
                          <a:latin typeface="Segoe UI"/>
                          <a:ea typeface="Segoe UI"/>
                          <a:cs typeface="Segoe UI"/>
                        </a:rPr>
                        <a:t> có tham số</a:t>
                      </a:r>
                    </a:p>
                  </a:txBody>
                  <a:tcPr marL="73152" marR="73152" marT="36576" marB="36576" anchor="ctr"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Thực hành tại lớp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8 · Chỉnh sửa procedure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1.</a:t>
            </a:r>
            <a:r>
              <a:rPr sz="20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Sửa procedure báo cáo của buổi 6: thêm cột, test, So sánh object với bản cũ, khôi phục bằng Lịch sử sửa procedure.</a:t>
            </a:r>
          </a:p>
          <a:p>
            <a:pPr>
              <a:spcAft>
                <a:spcPts val="1000"/>
              </a:spcAft>
            </a:pPr>
            <a:r>
              <a:rPr sz="20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2.</a:t>
            </a:r>
            <a:r>
              <a:rPr sz="20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Cố tình gây lỗi chia 0 / collation / NULL trong bản sao và sửa.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34840"/>
            <a:ext cx="109270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4434840"/>
            <a:ext cx="91440" cy="6858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4489703"/>
            <a:ext cx="10607040" cy="5943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Segoe UI"/>
                <a:ea typeface="Segoe UI"/>
                <a:cs typeface="Segoe UI"/>
              </a:rPr>
              <a:t>Mẹo: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5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Trên database: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Sổ bài tập thực hành — Buổi 8 (FBOSP2422_App / _Sys, chạy </a:t>
            </a:r>
            <a:r>
              <a:rPr sz="14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00_TaoDuLieuMau.sql</a:t>
            </a:r>
            <a:r>
              <a:rPr sz="15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trước).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57800"/>
            <a:ext cx="10927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7AE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5257800"/>
            <a:ext cx="91440" cy="914400"/>
          </a:xfrm>
          <a:prstGeom prst="rect">
            <a:avLst/>
          </a:prstGeom>
          <a:solidFill>
            <a:srgbClr val="27AE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5312664"/>
            <a:ext cx="10607040" cy="8229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1" i="0">
                <a:solidFill>
                  <a:srgbClr val="27AE60"/>
                </a:solidFill>
                <a:latin typeface="Segoe UI"/>
                <a:ea typeface="Segoe UI"/>
                <a:cs typeface="Segoe UI"/>
              </a:rPr>
              <a:t>Bài tập: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16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Về nhà:</a:t>
            </a:r>
            <a:r>
              <a:rPr sz="16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Viết script triển khai + script rollback cho procedure đã sửa, đưa vào Note (New).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685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0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Tự kiểm tra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024128"/>
            <a:ext cx="1005840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Buổi 8 · Chỉnh sửa procedure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6B7785"/>
                </a:solidFill>
                <a:latin typeface="Segoe UI"/>
                <a:ea typeface="Segoe UI"/>
                <a:cs typeface="Segoe U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1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1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1.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Vì sao dùng ALTER thay DROP + CREATE?</a:t>
            </a:r>
          </a:p>
          <a:p>
            <a:pPr>
              <a:spcAft>
                <a:spcPts val="1000"/>
              </a:spcAft>
            </a:pPr>
            <a:r>
              <a:rPr sz="21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1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2.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</a:t>
            </a:r>
            <a:r>
              <a:rPr sz="20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$ma_bp.OldValue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dùng khi nào?</a:t>
            </a:r>
          </a:p>
          <a:p>
            <a:pPr>
              <a:spcAft>
                <a:spcPts val="1000"/>
              </a:spcAft>
            </a:pPr>
            <a:r>
              <a:rPr sz="21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1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3.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Copy command có </a:t>
            </a:r>
            <a:r>
              <a:rPr sz="2000" b="0" i="0">
                <a:solidFill>
                  <a:srgbClr val="B02A2A"/>
                </a:solidFill>
                <a:latin typeface="Consolas"/>
                <a:ea typeface="Consolas"/>
                <a:cs typeface="Consolas"/>
              </a:rPr>
              <a:t>@@userID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sang SQL Query chạy được không?</a:t>
            </a:r>
          </a:p>
          <a:p>
            <a:pPr>
              <a:spcAft>
                <a:spcPts val="1000"/>
              </a:spcAft>
            </a:pPr>
            <a:r>
              <a:rPr sz="2100" b="1" i="0">
                <a:solidFill>
                  <a:srgbClr val="F2B705"/>
                </a:solidFill>
                <a:latin typeface="Segoe UI"/>
                <a:ea typeface="Segoe UI"/>
                <a:cs typeface="Segoe UI"/>
              </a:rPr>
              <a:t>▪  </a:t>
            </a:r>
            <a:r>
              <a:rPr sz="2100" b="1" i="0">
                <a:solidFill>
                  <a:srgbClr val="1F4E79"/>
                </a:solidFill>
                <a:latin typeface="Segoe UI"/>
                <a:ea typeface="Segoe UI"/>
                <a:cs typeface="Segoe UI"/>
              </a:rPr>
              <a:t>4.</a:t>
            </a:r>
            <a:r>
              <a:rPr sz="2100" b="0" i="0">
                <a:solidFill>
                  <a:srgbClr val="263238"/>
                </a:solidFill>
                <a:latin typeface="Segoe UI"/>
                <a:ea typeface="Segoe UI"/>
                <a:cs typeface="Segoe UI"/>
              </a:rPr>
              <a:t> Sửa lỗi collation khi JOIN #temp?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