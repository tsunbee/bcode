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Buổi 8: Chỉnh sửa procedure (Nâng cao, 3 giờ).</a:t>
            </a:r>
          </a:p>
          <a:p>
            <a:r>
              <a:t>Chuẩn bị: Dự án thử; bản sao database để so sánh.</a:t>
            </a:r>
          </a:p>
          <a:p>
            <a:r>
              <a:t>Nhắc lại bài tập về nhà của buổi trước trước khi vào nội dung mới (5–10 phút).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tiêu:</a:t>
            </a:r>
          </a:p>
          <a:p>
            <a:r>
              <a:t>- Làm đúng quy trình sửa procedure 8 bước</a:t>
            </a:r>
          </a:p>
          <a:p>
            <a:r>
              <a:t>- Hiểu macro FCode và tham số procedure</a:t>
            </a:r>
          </a:p>
          <a:p>
            <a:r>
              <a:t>- Biết các hàm / procedure hệ thống Fast hay gặp</a:t>
            </a:r>
          </a:p>
          <a:p>
            <a:r>
              <a:t>- Tránh các lỗi về NULL, chia cho 0, collation, ngày, transaction, quyền</a:t>
            </a:r>
          </a:p>
          <a:p>
            <a:r>
              <a:t>Lịch trình:</a:t>
            </a:r>
          </a:p>
          <a:p>
            <a:r>
              <a:t>1. Quy trình 8 bước, ALTER, sao lưu, rollback (40')</a:t>
            </a:r>
          </a:p>
          <a:p>
            <a:r>
              <a:t>2. Macro FCode, @@language, OldValue (30')</a:t>
            </a:r>
          </a:p>
          <a:p>
            <a:r>
              <a:t>3. Hàm hệ thống, tiền tố procedure (30')</a:t>
            </a:r>
          </a:p>
          <a:p>
            <a:r>
              <a:t>4. Lỗi thường gặp, TRY / CATCH (40')</a:t>
            </a:r>
          </a:p>
          <a:p>
            <a:r>
              <a:t>5. Thực hành (40')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Tám bước. Bước 1: tìm đúng procedure — từ menu xem command Processing của Filter, hoặc bật Profiler, hoặc dùng Lookup tìm theo nội dung code. Bước 2: dùng Ai đang dùng (Ctrl+Alt+U) để xem những procedure khác và controller nào đang gọi procedure này. Bước 3: mở dạng ALTER, lưu nguyên văn bản cũ ra file — đó chính là script rollback; Bcode cũng tự lưu bản gốc (BASELINE) trong Lịch sử sửa procedure. Bước 4: sửa trên database thử bằng ALTER. Bước 5: test với tham số thật copy từ Profiler; procedure có ghi dữ liệu thì bọc trong BEGIN TRAN ... ROLLBACK; dùng Debug từng bước nếu cần. Bước 6: dùng So sánh object để so bản dev với bản đang chạy ở khách. Bước 7: đưa procedure vào mục SQL Object của yêu cầu, kèm script rollback. Bước 8: triển khai, kiểm tra màn hình trên web và theo dõi thêm một thời gian.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Trong command của controller, Fast thay các macro @@ bằng giá trị thật trước khi gửi câu lệnh xuống SQL. Cột "≈ lần" là số lần xuất hiện, đếm trên source FBO mẫu, để thấy macro nào hay gặp nhất.</a:t>
            </a:r>
          </a:p>
          <a:p>
            <a:r>
              <a:t>@@table là bảng của controller; @@userID là user đang đăng nhập, @@admin cho biết user có quyền admin không; @@language là 'v' hoặc 'e'; @@sysDatabaseName dùng để gọi bảng của Sys Data khi đang ở App Data.</a:t>
            </a:r>
          </a:p>
          <a:p>
            <a:r>
              <a:t>@ma_bp là giá trị mới của field trên form, $ma_bp.OldValue là giá trị cũ — dùng khi người dùng đổi mã khoá: kiểm tra bản ghi cũ còn tồn tại không, cập nhật bảng chi tiết theo mã cũ.</a:t>
            </a:r>
          </a:p>
          <a:p>
            <a:r>
              <a:t>Quan trọng: copy command sang SSMS hoặc SQL Query thì macro không chạy được — phải tự thay bằng giá trị. Ctrl+Enter trong BcodeViewer sẽ hỏi giá trị cho từng macro.</a:t>
            </a:r>
          </a:p>
          <a:p>
            <a:r>
              <a:t>Trong procedure, các giá trị này được truyền vào qua tham số @Language, @UserID, @Admin, @Unit.</a:t>
            </a:r>
          </a:p>
          <a:p>
            <a:r>
              <a:t>Lưu ý: có procedure so sánh @Language = 'V' (chữ hoa), trong khi controller so 'v' (chữ thường) — nếu collation không phân biệt hoa thường thì kết quả như nhau, nhưng đừng mặc định là luôn như vậy.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hàm và procedure hệ thống hay gặp nhất trong controller của FBO mẫu: GetAuthorize (352 lần), ReadCurrency (347 lần), CheckSQLInjection, Split, Voucher$Finding, Partition$Execute, UpdateIdentityNumber / UpdateLineNumber, GetUnitFilter, GetCheckKey, FormatStringValue.</a:t>
            </a:r>
          </a:p>
          <a:p>
            <a:r>
              <a:t>Ý nghĩa ghi trên slide được suy ra từ tên và cách gọi — trước khi dùng, bấm F12 để xem code và tham số thật.</a:t>
            </a:r>
          </a:p>
          <a:p>
            <a:r>
              <a:t>Tiền tố tên procedure quan sát được: rs_ cho báo cáo và phiếu in (nhiều nhất); fs_ cho xử lý, chuyển số liệu; bs_ cho tác vụ nền, thông báo; cs_ cho hợp nhất; hs_ cho nhân sự; z... là đối tượng tự thêm cho dự án. Đây là quy ước quan sát được, không phải quy định chính thức.</a:t>
            </a:r>
          </a:p>
          <a:p>
            <a:r>
              <a:t>Cách tìm procedure: Lookup (Ctrl+Shift+L), Ctrl+P rồi gõ #tên, hoặc cây SQL Object; muốn tìm trong source thì dùng File Reference hoặc Ctrl+Shift+F của BcodeViewer.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Đi qua từng lỗi.</a:t>
            </a:r>
          </a:p>
          <a:p>
            <a:r>
              <a:t>NULL: cộng chuỗi hoặc số với NULL sẽ ra NULL; NOT IN với một danh sách có chứa NULL sẽ ra rỗng. SET ANSI_NULLS OFF viết trong thân procedure không có tác dụng (thiết lập này lấy theo lúc CREATE / ALTER procedure), nên luôn viết rõ IS NULL / ISNULL khi so sánh với NULL.</a:t>
            </a:r>
          </a:p>
          <a:p>
            <a:r>
              <a:t>Chia cho 0: dùng NULLIF để biến mẫu số 0 thành NULL.</a:t>
            </a:r>
          </a:p>
          <a:p>
            <a:r>
              <a:t>Collation: JOIN bảng tạm với bảng thật bị báo xung đột collation vì tempdb dùng collation khác — thêm COLLATE DATABASE_DEFAULT, hoặc tạo bảng tạm bằng SELECT TOP 0 ... INTO từ bảng thật.</a:t>
            </a:r>
          </a:p>
          <a:p>
            <a:r>
              <a:t>Ngày: viết dạng yyyymmdd; kiểu smalldatetime chỉ chứa được tới năm 2079.</a:t>
            </a:r>
          </a:p>
          <a:p>
            <a:r>
              <a:t>SET NOCOUNT ON: thiếu lệnh này thì màn hình hoặc file Excel có thể đọc nhầm bảng kết quả.</a:t>
            </a:r>
          </a:p>
          <a:p>
            <a:r>
              <a:t>Transaction lồng nhau: ROLLBACK ở procedure con sẽ huỷ luôn cả transaction bên ngoài. Dùng TRY/CATCH, kiểm tra @@TRANCOUNT, và SET XACT_ABORT ON.</a:t>
            </a:r>
          </a:p>
          <a:p>
            <a:r>
              <a:t>Quyền: DROP rồi CREATE làm mất các quyền đã GRANT — nên dùng ALTER.</a:t>
            </a:r>
          </a:p>
          <a:p>
            <a:r>
              <a:t>SQL động: nhân đôi dấu nháy đơn, hoặc dùng sp_executesql có tham số; Fast có sẵn hàm CheckSQLInjection.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Học viên làm trên dự án thử, người hướng dẫn đi kiểm từng máy. Ai xong sớm làm luôn bài tập về nhà.</a:t>
            </a:r>
          </a:p>
          <a:p>
            <a:r>
              <a:t>Bài tập về nhà: Viết script triển khai và script rollback cho procedure đã sửa, rồi đưa vào Note (New).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Hỏi nhanh cả lớp; đáp án:</a:t>
            </a:r>
          </a:p>
          <a:p>
            <a:r>
              <a:t>1. DROP làm mất quyền (GRANT) đã cấp cho procedure.</a:t>
            </a:r>
          </a:p>
          <a:p>
            <a:r>
              <a:t>2. Khi người dùng đổi mã khoá: dùng để lấy giá trị cũ mà kiểm tra hoặc cập nhật.</a:t>
            </a:r>
          </a:p>
          <a:p>
            <a:r>
              <a:t>3. Không. Fast thay macro trước khi chạy; ở SQL Query phải tự thay bằng giá trị.</a:t>
            </a:r>
          </a:p>
          <a:p>
            <a:r>
              <a:t>4. COLLATE DATABASE_DEFAULT hoặc tạo #temp bằng SELECT TOP 0 … INTO từ bảng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7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BUỔI 8 / 10  ·  NÂNG 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6E4F0"/>
                </a:solidFill>
                <a:latin typeface="Segoe UI"/>
                <a:ea typeface="Segoe UI"/>
                <a:cs typeface="Segoe UI"/>
              </a:rPr>
              <a:t>FastBusiness Online &amp;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Chỉnh sửa procedure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CADB"/>
                </a:solidFill>
                <a:latin typeface="Segoe UI"/>
                <a:ea typeface="Segoe UI"/>
                <a:cs typeface="Segoe UI"/>
              </a:rPr>
              <a:t>Thời lượng 3 giờ · tài liệu chi tiết: DaoTao_Fast_Bcode.docx — Buổi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Mục tiêu và lịch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Học xong buổi này, bạn: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Làm đúng quy trình sửa procedure 8 bước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Hiểu macro FCode và tham số procedure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Biết các hàm / procedure hệ thống Fast hay gặp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Tránh các lỗi về NULL, chia cho 0, collation, ngày, transaction, quyền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48640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"/>
                <a:gridCol w="402336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Nội dung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Thời gian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Quy trình 8 bước, ALTER, sao lưu, rollback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Macro FCode, @@language, OldValue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Hàm hệ thống, tiền tố procedure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Lỗi thường gặp, TRY / CATCH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Thực hành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bị: Dự án thử; bản sao database để so sánh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Quy trình sửa procedure an toàn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1. Tìm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Filter Processing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Profiler, Lookup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86509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42540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5693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2. Phụ thuộc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5693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Ai đang dùng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Ctrl+Alt+U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88970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45002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8154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3. Sao lưu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8154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Mở dạng ALTER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lưu bản cũ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591431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7463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0615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4. Sửa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0615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ALTER trên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database thử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3892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49924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3076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5.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6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exec thật,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rồi ROLLBACK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396352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52384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25536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6. So sánh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5536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So sánh object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Ctrl+Shift+J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798813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54846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27998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7. Đóng gói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7998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SQL Object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+ script rollback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0201274" y="253288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457307" y="1828800"/>
            <a:ext cx="1109853" cy="16459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30459" y="1920240"/>
            <a:ext cx="963549" cy="74066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8. Theo dõi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0459" y="2651760"/>
            <a:ext cx="963549" cy="79004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kiểm tra</a:t>
            </a:r>
          </a:p>
          <a:p>
            <a:pPr algn="ctr"/>
            <a:r>
              <a:rPr sz="11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trên web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Dùng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ALTER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tránh DROP rồi CREATE (sẽ mất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GRANT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Không sửa procedure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FastBusiness$…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— viết bản riêng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z…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 gọi từ controller.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Procedure mã hoá (WITH ENCRYPTION) không xem và không đóng gói được.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Macro FCode và biến trong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06240"/>
                <a:gridCol w="512064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Cú pháp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Ý nghĩa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≈ lần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@@table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Bảng của controller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8.700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@@userID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@@admin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User đang đăng nhập · user có quyền admin không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4.100 · 2.250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@@language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'v'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tiếng Việt /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'e'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tiếng Anh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2.600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@@sysDatabaseName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Tên database Sys (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@@sysDatabaseName..wcommand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)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1.500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@@unit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@@id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@@inserting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Đơn vị · form · cờ đang thêm hay sửa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@ma_bp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$ma_bp.OldValue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Giá trị </a:t>
                      </a:r>
                      <a:r>
                        <a:rPr sz="1500" b="1" i="0">
                          <a:solidFill>
                            <a:srgbClr val="1F4E79"/>
                          </a:solidFill>
                          <a:latin typeface="Segoe UI"/>
                          <a:ea typeface="Segoe UI"/>
                          <a:cs typeface="Segoe UI"/>
                        </a:rPr>
                        <a:t>mới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giá trị </a:t>
                      </a:r>
                      <a:r>
                        <a:rPr sz="1500" b="1" i="0">
                          <a:solidFill>
                            <a:srgbClr val="1F4E79"/>
                          </a:solidFill>
                          <a:latin typeface="Segoe UI"/>
                          <a:ea typeface="Segoe UI"/>
                          <a:cs typeface="Segoe UI"/>
                        </a:rPr>
                        <a:t>cũ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của field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@$exists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ten_xx%l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Biến tự khai báo · tên theo ngôn ngữ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577840"/>
            <a:ext cx="109270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577840"/>
            <a:ext cx="91440" cy="7315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5632703"/>
            <a:ext cx="1060704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Macro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@@…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không chạy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khi copy sang SQL Query — phải thay bằng giá trị (Viewer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Ctrl+Enter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sẽ hỏi). Trong procedure dùng tham số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@Language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@UserID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@Admin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Hàm hệ thống &amp; tiền tố procedure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12080"/>
                <a:gridCol w="5669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Tên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Dùng để (suy từ cách gọi)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FastBusiness$System$GetAuthorize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Quyền của user trên controller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…$Function$System$ReadCurrency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Đọc số tiền bằng chữ (phiếu in)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…$Function$System$Split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Tách chuỗi theo dấu phẩy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FastBusiness$Partition$Execute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Chạy câu SQL trên các bảng kỳ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…$GetUnitFilter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…$GetCheckKey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Lọc đơn vị theo quyền · kiểm tra chuỗi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@Key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…$Function$FormatStringValue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Định dạng số thành chuỗi (tỷ giá)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rs_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fs_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bs_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cs_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hs_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z…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Báo cáo · xử lý · tác vụ nền, thông báo · hợp nhất · nhân sự · tự thêm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53212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532120"/>
            <a:ext cx="91440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5586983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8E44AD"/>
                </a:solidFill>
                <a:latin typeface="Segoe UI"/>
                <a:ea typeface="Segoe UI"/>
                <a:cs typeface="Segoe UI"/>
              </a:rPr>
              <a:t>Cần kiểm tra ở dự án: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Ý nghĩa được suy từ tên và cách gọi trong source mẫu. Trước khi dùng: </a:t>
            </a:r>
            <a:r>
              <a:rPr sz="14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F12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xem code và tham số thật.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Lỗi thường gặp khi sửa procedure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4526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60320"/>
                <a:gridCol w="83210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Lỗi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Cách tránh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NULL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ISNULL(x, 0)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NOT EXISTS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thay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NOT IN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SET ANSI_NULLS OFF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trong thân proc </a:t>
                      </a:r>
                      <a:r>
                        <a:rPr sz="1500" b="1" i="0">
                          <a:solidFill>
                            <a:srgbClr val="1F4E79"/>
                          </a:solidFill>
                          <a:latin typeface="Segoe UI"/>
                          <a:ea typeface="Segoe UI"/>
                          <a:cs typeface="Segoe UI"/>
                        </a:rPr>
                        <a:t>không có tác dụng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Chia 0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x / NULLIF(y, 0)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Collation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COLLATE DATABASE_DEFAULT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khi JOIN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#temp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tạo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#temp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bằng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TOP 0 … INTO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Ép kiểu ngày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'yyyymmdd'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,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CONVERT(…, 112)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smalldatetime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chỉ tới 2079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SET NOCOUNT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SET NOCOUNT ON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ở đầu procedure — tránh đọc lệch bảng kết quả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Transaction lồng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@@TRANCOUNT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TRY / CATCH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+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IF @@TRANCOUNT &gt; 0 ROLLBACK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XACT_ABORT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Quyền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Dùng ALTER thay DROP/CREATE; tạo mới thì GRANT lại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SQL động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REPLACE(@x, '''', '''''')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;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sp_executesql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có tham số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Thực hành tại lớp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Sửa procedure báo cáo của buổi 6: thêm cột, test, dùng So sánh object để so với bản cũ, rồi khôi phục bằng Lịch sử sửa procedure.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Cố tình gây lỗi chia cho 0, lỗi collation, lỗi NULL trên bản sao database rồi sửa.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91440" cy="6858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48970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Trên database: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Sổ bài tập thực hành — Buổi 8 (FBOSP2422_App / _Sys, chạy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00_TaoDuLieuMau.sql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trước).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257800"/>
            <a:ext cx="91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312664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Bài tập: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Về nhà: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Viết script triển khai và script rollback cho procedure đã sửa, rồi đưa vào Note (New).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Tự kiểm 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8 · Chỉnh sửa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Vì sao dùng ALTER thay vì DROP + CREATE?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$ma_bp.OldValue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dùng khi nào?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Copy command có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@@userID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sang SQL Query chạy được không?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4.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Sửa lỗi collation khi JOIN với #temp thế nào?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